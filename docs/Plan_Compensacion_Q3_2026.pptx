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charts/chart5.xml" ContentType="application/vnd.openxmlformats-officedocument.drawingml.chart+xml"/>
  <Override PartName="/ppt/drawings/drawing3.xml" ContentType="application/vnd.openxmlformats-officedocument.drawingml.chartshapes+xml"/>
  <Override PartName="/ppt/charts/chart6.xml" ContentType="application/vnd.openxmlformats-officedocument.drawingml.chart+xml"/>
  <Override PartName="/ppt/drawings/drawing4.xml" ContentType="application/vnd.openxmlformats-officedocument.drawingml.chartshapes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3.xml" ContentType="application/vnd.openxmlformats-officedocument.theme+xml"/>
  <Override PartName="/ppt/charts/chart9.xml" ContentType="application/vnd.openxmlformats-officedocument.drawingml.chart+xml"/>
  <Override PartName="/ppt/drawings/drawing5.xml" ContentType="application/vnd.openxmlformats-officedocument.drawingml.chartshapes+xml"/>
  <Override PartName="/ppt/charts/chart10.xml" ContentType="application/vnd.openxmlformats-officedocument.drawingml.chart+xml"/>
  <Override PartName="/ppt/drawings/drawing6.xml" ContentType="application/vnd.openxmlformats-officedocument.drawingml.chartshapes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theme/theme4.xml" ContentType="application/vnd.openxmlformats-officedocument.theme+xml"/>
  <Override PartName="/ppt/charts/chart13.xml" ContentType="application/vnd.openxmlformats-officedocument.drawingml.chart+xml"/>
  <Override PartName="/ppt/drawings/drawing7.xml" ContentType="application/vnd.openxmlformats-officedocument.drawingml.chartshapes+xml"/>
  <Override PartName="/ppt/charts/chart14.xml" ContentType="application/vnd.openxmlformats-officedocument.drawingml.chart+xml"/>
  <Override PartName="/ppt/drawings/drawing8.xml" ContentType="application/vnd.openxmlformats-officedocument.drawingml.chartshapes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theme/theme5.xml" ContentType="application/vnd.openxmlformats-officedocument.theme+xml"/>
  <Override PartName="/ppt/charts/chart17.xml" ContentType="application/vnd.openxmlformats-officedocument.drawingml.chart+xml"/>
  <Override PartName="/ppt/drawings/drawing9.xml" ContentType="application/vnd.openxmlformats-officedocument.drawingml.chartshapes+xml"/>
  <Override PartName="/ppt/charts/chart18.xml" ContentType="application/vnd.openxmlformats-officedocument.drawingml.chart+xml"/>
  <Override PartName="/ppt/drawings/drawing10.xml" ContentType="application/vnd.openxmlformats-officedocument.drawingml.chartshapes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theme/theme6.xml" ContentType="application/vnd.openxmlformats-officedocument.theme+xml"/>
  <Override PartName="/ppt/charts/chart21.xml" ContentType="application/vnd.openxmlformats-officedocument.drawingml.chart+xml"/>
  <Override PartName="/ppt/drawings/drawing11.xml" ContentType="application/vnd.openxmlformats-officedocument.drawingml.chartshapes+xml"/>
  <Override PartName="/ppt/charts/chart22.xml" ContentType="application/vnd.openxmlformats-officedocument.drawingml.chart+xml"/>
  <Override PartName="/ppt/drawings/drawing12.xml" ContentType="application/vnd.openxmlformats-officedocument.drawingml.chartshapes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theme/theme7.xml" ContentType="application/vnd.openxmlformats-officedocument.theme+xml"/>
  <Override PartName="/ppt/charts/chart25.xml" ContentType="application/vnd.openxmlformats-officedocument.drawingml.chart+xml"/>
  <Override PartName="/ppt/drawings/drawing13.xml" ContentType="application/vnd.openxmlformats-officedocument.drawingml.chartshapes+xml"/>
  <Override PartName="/ppt/charts/chart26.xml" ContentType="application/vnd.openxmlformats-officedocument.drawingml.chart+xml"/>
  <Override PartName="/ppt/drawings/drawing14.xml" ContentType="application/vnd.openxmlformats-officedocument.drawingml.chartshapes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theme/theme8.xml" ContentType="application/vnd.openxmlformats-officedocument.theme+xml"/>
  <Override PartName="/ppt/charts/chart29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5.xml" ContentType="application/vnd.openxmlformats-officedocument.drawingml.chartshapes+xml"/>
  <Override PartName="/ppt/charts/chart30.xml" ContentType="application/vnd.openxmlformats-officedocument.drawingml.chart+xml"/>
  <Override PartName="/ppt/drawings/drawing16.xml" ContentType="application/vnd.openxmlformats-officedocument.drawingml.chartshapes+xml"/>
  <Override PartName="/ppt/charts/chart3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theme/theme9.xml" ContentType="application/vnd.openxmlformats-officedocument.theme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theme/theme10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1" r:id="rId4"/>
    <p:sldMasterId id="2147483721" r:id="rId5"/>
    <p:sldMasterId id="2147483756" r:id="rId6"/>
    <p:sldMasterId id="2147483791" r:id="rId7"/>
    <p:sldMasterId id="2147483861" r:id="rId8"/>
    <p:sldMasterId id="2147483896" r:id="rId9"/>
    <p:sldMasterId id="2147483967" r:id="rId10"/>
    <p:sldMasterId id="2147484002" r:id="rId11"/>
    <p:sldMasterId id="2147484038" r:id="rId12"/>
  </p:sldMasterIdLst>
  <p:notesMasterIdLst>
    <p:notesMasterId r:id="rId28"/>
  </p:notesMasterIdLst>
  <p:sldIdLst>
    <p:sldId id="2147470358" r:id="rId13"/>
    <p:sldId id="2147470360" r:id="rId14"/>
    <p:sldId id="2147470361" r:id="rId15"/>
    <p:sldId id="2147470362" r:id="rId16"/>
    <p:sldId id="2147470363" r:id="rId17"/>
    <p:sldId id="2147470364" r:id="rId18"/>
    <p:sldId id="2147470365" r:id="rId19"/>
    <p:sldId id="2147470366" r:id="rId20"/>
    <p:sldId id="2147470367" r:id="rId21"/>
    <p:sldId id="2147470368" r:id="rId22"/>
    <p:sldId id="2147470369" r:id="rId23"/>
    <p:sldId id="2147470373" r:id="rId24"/>
    <p:sldId id="2147470370" r:id="rId25"/>
    <p:sldId id="2147470371" r:id="rId26"/>
    <p:sldId id="2147470372" r:id="rId27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4FEE96A-8F68-4001-9A00-B68AC746E196}">
          <p14:sldIdLst>
            <p14:sldId id="2147470358"/>
            <p14:sldId id="2147470360"/>
            <p14:sldId id="2147470361"/>
            <p14:sldId id="2147470362"/>
            <p14:sldId id="2147470363"/>
            <p14:sldId id="2147470364"/>
            <p14:sldId id="2147470365"/>
            <p14:sldId id="2147470366"/>
            <p14:sldId id="2147470367"/>
            <p14:sldId id="2147470368"/>
            <p14:sldId id="2147470369"/>
            <p14:sldId id="2147470373"/>
            <p14:sldId id="2147470370"/>
            <p14:sldId id="2147470371"/>
            <p14:sldId id="2147470372"/>
          </p14:sldIdLst>
        </p14:section>
        <p14:section name="Agenda" id="{8D4DDD39-2DE3-4324-B53F-338D6B9CDB3E}">
          <p14:sldIdLst/>
        </p14:section>
        <p14:section name="Calentamiento" id="{3B7CB738-3C5E-4261-ACC4-C0C6F93B514C}">
          <p14:sldIdLst/>
        </p14:section>
        <p14:section name="Buenas Noticias" id="{406BD0D9-E096-4B3C-8B89-53D327C83EF0}">
          <p14:sldIdLst/>
        </p14:section>
        <p14:section name="Ganadores" id="{54696EEC-5A2B-4BBC-989F-1F4E7712CE63}">
          <p14:sldIdLst/>
        </p14:section>
        <p14:section name="Actualizaciones nacionales y de plataformas" id="{B2F69CAA-95B2-4DD1-8BD0-783C92B3305B}">
          <p14:sldIdLst/>
        </p14:section>
        <p14:section name="RAMP Event" id="{6B729139-1F83-4312-980D-5F314B23D5FD}">
          <p14:sldIdLst/>
        </p14:section>
        <p14:section name="Clinica de Llamadas" id="{2421EF14-E885-4179-8922-C119B1CD9426}">
          <p14:sldIdLst/>
        </p14:section>
        <p14:section name="Incentivo Money Monday" id="{7DAB9FF4-2762-4972-9147-0D32B064248A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178D79-C7DD-DF27-6D18-8D8BCAA65C82}" v="1" dt="2026-08-04T13:27:53.8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9.xml"/><Relationship Id="rId34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notesMaster" Target="notesMasters/notesMaster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jeda, Karla E" userId="S::karla.ojeda@combined.com::6a0ff9c8-fb09-492d-af20-82cb4f93b57b" providerId="AD" clId="Web-{07178D79-C7DD-DF27-6D18-8D8BCAA65C82}"/>
    <pc:docChg chg="delSld modSection">
      <pc:chgData name="Ojeda, Karla E" userId="S::karla.ojeda@combined.com::6a0ff9c8-fb09-492d-af20-82cb4f93b57b" providerId="AD" clId="Web-{07178D79-C7DD-DF27-6D18-8D8BCAA65C82}" dt="2026-08-04T13:27:53.892" v="0"/>
      <pc:docMkLst>
        <pc:docMk/>
      </pc:docMkLst>
      <pc:sldChg chg="del">
        <pc:chgData name="Ojeda, Karla E" userId="S::karla.ojeda@combined.com::6a0ff9c8-fb09-492d-af20-82cb4f93b57b" providerId="AD" clId="Web-{07178D79-C7DD-DF27-6D18-8D8BCAA65C82}" dt="2026-08-04T13:27:53.892" v="0"/>
        <pc:sldMkLst>
          <pc:docMk/>
          <pc:sldMk cId="1144889013" sldId="25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_80000135_4DEBCF22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_80000135_4DEBCF22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80000136_11A9633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80000136_11A963312.xlsx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Microsoft_Excel_Worksheet_80000063_F7E76C73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package" Target="../embeddings/Microsoft_Excel_Worksheet_80000063_F7E76C733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80000064_7DCB0A13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80000064_7DCB0A134.xlsx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5.xml"/><Relationship Id="rId1" Type="http://schemas.openxmlformats.org/officeDocument/2006/relationships/package" Target="../embeddings/Microsoft_Excel_Worksheet_80000086_C87D15F2.xlsx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6.xml"/><Relationship Id="rId1" Type="http://schemas.openxmlformats.org/officeDocument/2006/relationships/package" Target="../embeddings/Microsoft_Excel_Worksheet_80000086_C87D15F25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80000087_BD0098CF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80000087_BD0098CF6.xlsx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7.xml"/><Relationship Id="rId1" Type="http://schemas.openxmlformats.org/officeDocument/2006/relationships/package" Target="../embeddings/Microsoft_Excel_Worksheet_800000A9_9DF4E369.xlsx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8.xml"/><Relationship Id="rId1" Type="http://schemas.openxmlformats.org/officeDocument/2006/relationships/package" Target="../embeddings/Microsoft_Excel_Worksheet_800000A9_9DF4E3697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800000AA_97922B33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800000AA_97922B338.xlsx"/></Relationships>
</file>

<file path=ppt/charts/_rels/chart17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9.xml"/><Relationship Id="rId1" Type="http://schemas.openxmlformats.org/officeDocument/2006/relationships/package" Target="../embeddings/Microsoft_Excel_Worksheet_800000EF_F1AAC710.xlsx"/></Relationships>
</file>

<file path=ppt/charts/_rels/chart1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0.xml"/><Relationship Id="rId1" Type="http://schemas.openxmlformats.org/officeDocument/2006/relationships/package" Target="../embeddings/Microsoft_Excel_Worksheet_800000EF_F1AAC7109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800000F0_B7E860FD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800000F0_B7E860FD10.xlsx"/></Relationships>
</file>

<file path=ppt/charts/_rels/chart2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1.xml"/><Relationship Id="rId1" Type="http://schemas.openxmlformats.org/officeDocument/2006/relationships/package" Target="../embeddings/Microsoft_Excel_Worksheet_80000112_AFCBC4DF.xlsx"/></Relationships>
</file>

<file path=ppt/charts/_rels/chart2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2.xml"/><Relationship Id="rId1" Type="http://schemas.openxmlformats.org/officeDocument/2006/relationships/package" Target="../embeddings/Microsoft_Excel_Worksheet_80000112_AFCBC4DF1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80000113_35EEAD9F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80000113_35EEAD9F12.xlsx"/></Relationships>
</file>

<file path=ppt/charts/_rels/chart2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3.xml"/><Relationship Id="rId1" Type="http://schemas.openxmlformats.org/officeDocument/2006/relationships/package" Target="../embeddings/Microsoft_Excel_Worksheet_80000159_2B4AA8ED.xlsx"/></Relationships>
</file>

<file path=ppt/charts/_rels/chart2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4.xml"/><Relationship Id="rId1" Type="http://schemas.openxmlformats.org/officeDocument/2006/relationships/package" Target="../embeddings/Microsoft_Excel_Worksheet_80000159_2B4AA8ED13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8000015A_DC907F4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8000015A_DC907F4614.xlsx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8000017C_840633C6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5.xml"/></Relationships>
</file>

<file path=ppt/charts/_rels/chart30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6.xml"/><Relationship Id="rId1" Type="http://schemas.openxmlformats.org/officeDocument/2006/relationships/package" Target="../embeddings/Microsoft_Excel_Worksheet_8000017C_840633C615.xlsx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8000017D_D88E1700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8000017D_D88E170016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348372519016266"/>
          <c:y val="0.15571849048137665"/>
          <c:w val="0.65165537595748901"/>
          <c:h val="0.7849380373954772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rgbClr val="79DAEC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1-24AD-EA4A-8C2B-3435BDEE4980}"/>
              </c:ext>
            </c:extLst>
          </c:dPt>
          <c:dPt>
            <c:idx val="1"/>
            <c:bubble3D val="0"/>
            <c:spPr>
              <a:solidFill>
                <a:srgbClr val="A6E6F2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3-24AD-EA4A-8C2B-3435BDEE4980}"/>
              </c:ext>
            </c:extLst>
          </c:dPt>
          <c:dPt>
            <c:idx val="2"/>
            <c:bubble3D val="0"/>
            <c:spPr>
              <a:solidFill>
                <a:srgbClr val="B3B3B3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5-24AD-EA4A-8C2B-3435BDEE4980}"/>
              </c:ext>
            </c:extLst>
          </c:dPt>
          <c:dPt>
            <c:idx val="3"/>
            <c:bubble3D val="0"/>
            <c:spPr>
              <a:solidFill>
                <a:srgbClr val="4BCCE5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7-24AD-EA4A-8C2B-3435BDEE4980}"/>
              </c:ext>
            </c:extLst>
          </c:dPt>
          <c:dPt>
            <c:idx val="4"/>
            <c:bubble3D val="0"/>
            <c:spPr>
              <a:solidFill>
                <a:srgbClr val="191919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9-24AD-EA4A-8C2B-3435BDEE4980}"/>
              </c:ext>
            </c:extLst>
          </c:dPt>
          <c:dPt>
            <c:idx val="5"/>
            <c:bubble3D val="0"/>
            <c:spPr>
              <a:solidFill>
                <a:srgbClr val="D2F3F9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B-24AD-EA4A-8C2B-3435BDEE4980}"/>
              </c:ext>
            </c:extLst>
          </c:dPt>
          <c:dLbls>
            <c:dLbl>
              <c:idx val="0"/>
              <c:layout>
                <c:manualLayout>
                  <c:x val="0.12925969064235687"/>
                  <c:y val="-7.9263977706432343E-2"/>
                </c:manualLayout>
              </c:layout>
              <c:tx>
                <c:rich>
                  <a:bodyPr/>
                  <a:lstStyle/>
                  <a:p>
                    <a:fld id="{A8B911AC-2869-BC4D-8906-36DC74512687}" type="CATEGORYNAME">
                      <a:rPr lang="en-US" sz="1000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sz="1000" b="0" i="0" baseline="0">
                        <a:latin typeface="Lato" panose="020F0502020204030203" pitchFamily="34" charset="77"/>
                      </a:rPr>
                      <a:t>
</a:t>
                    </a:r>
                    <a:fld id="{7446F7CE-85D0-734B-88DE-59E97A8B4B62}" type="PERCENTAGE">
                      <a:rPr lang="en-US" sz="1000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sz="1000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4AD-EA4A-8C2B-3435BDEE4980}"/>
                </c:ext>
              </c:extLst>
            </c:dLbl>
            <c:dLbl>
              <c:idx val="1"/>
              <c:layout>
                <c:manualLayout>
                  <c:x val="0.14477530121803284"/>
                  <c:y val="-8.4925694391131401E-3"/>
                </c:manualLayout>
              </c:layout>
              <c:tx>
                <c:rich>
                  <a:bodyPr/>
                  <a:lstStyle/>
                  <a:p>
                    <a:fld id="{5CDD3E23-0292-144A-B29E-A4626101021F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286D3689-B801-8145-A0AD-7790CE4C7C88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4AD-EA4A-8C2B-3435BDEE4980}"/>
                </c:ext>
              </c:extLst>
            </c:dLbl>
            <c:dLbl>
              <c:idx val="2"/>
              <c:layout>
                <c:manualLayout>
                  <c:x val="0.10105758160352707"/>
                  <c:y val="0.10474168509244919"/>
                </c:manualLayout>
              </c:layout>
              <c:tx>
                <c:rich>
                  <a:bodyPr/>
                  <a:lstStyle/>
                  <a:p>
                    <a:fld id="{6447B4E8-DDD2-0244-8898-A9197CC21220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A85AB0BE-C288-224E-8E68-8894AA0BC2FD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24AD-EA4A-8C2B-3435BDEE4980}"/>
                </c:ext>
              </c:extLst>
            </c:dLbl>
            <c:dLbl>
              <c:idx val="3"/>
              <c:layout>
                <c:manualLayout>
                  <c:x val="-9.8707400262355804E-2"/>
                  <c:y val="0.11889596283435822"/>
                </c:manualLayout>
              </c:layout>
              <c:tx>
                <c:rich>
                  <a:bodyPr/>
                  <a:lstStyle/>
                  <a:p>
                    <a:fld id="{DE3A11BE-8D66-0444-9979-E5DC007FB35A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C7342406-EE2E-864F-8A1E-82FBF8500BE2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24AD-EA4A-8C2B-3435BDEE4980}"/>
                </c:ext>
              </c:extLst>
            </c:dLbl>
            <c:dLbl>
              <c:idx val="4"/>
              <c:layout>
                <c:manualLayout>
                  <c:x val="-0.1480611115694046"/>
                  <c:y val="2.8308562468737364E-3"/>
                </c:manualLayout>
              </c:layout>
              <c:tx>
                <c:rich>
                  <a:bodyPr/>
                  <a:lstStyle/>
                  <a:p>
                    <a:fld id="{3AC10FB2-C86E-F747-970F-0C2BFFF6CD06}" type="CATEGORYNAME">
                      <a:rPr lang="en-US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b="0" i="0" baseline="0">
                        <a:latin typeface="Lato" panose="020F0502020204030203" pitchFamily="34" charset="77"/>
                      </a:rPr>
                      <a:t>
</a:t>
                    </a:r>
                    <a:fld id="{45E1F1FE-42E1-F449-B131-A34C5FFE4A7D}" type="PERCENTAGE">
                      <a:rPr lang="en-US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24AD-EA4A-8C2B-3435BDEE4980}"/>
                </c:ext>
              </c:extLst>
            </c:dLbl>
            <c:dLbl>
              <c:idx val="5"/>
              <c:layout>
                <c:manualLayout>
                  <c:x val="-7.2013616561889648E-2"/>
                  <c:y val="-0.1117917075753212"/>
                </c:manualLayout>
              </c:layout>
              <c:tx>
                <c:rich>
                  <a:bodyPr/>
                  <a:lstStyle/>
                  <a:p>
                    <a:fld id="{96AB227F-6D21-564B-8878-C97651E7A7E1}" type="CATEGORYNAME">
                      <a:rPr lang="en-US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b="0" i="0" baseline="0">
                        <a:latin typeface="Lato" panose="020F0502020204030203" pitchFamily="34" charset="77"/>
                      </a:rPr>
                      <a:t>
</a:t>
                    </a:r>
                    <a:fld id="{CB8CBAF1-1D2C-4A4A-BBB7-1DB9F6A81302}" type="PERCENTAGE">
                      <a:rPr lang="en-US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24AD-EA4A-8C2B-3435BDEE49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2.5</c:v>
                </c:pt>
                <c:pt idx="5">
                  <c:v>3.5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C-24AD-EA4A-8C2B-3435BDEE49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348372519016266"/>
          <c:y val="0.15571849048137665"/>
          <c:w val="0.65165537595748901"/>
          <c:h val="0.7849380373954772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rgbClr val="4BCCE5"/>
              </a:solidFill>
              <a:ln>
                <a:noFill/>
              </a:ln>
              <a:effectLst/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1-24AD-EA4A-8C2B-3435BDEE4980}"/>
              </c:ext>
            </c:extLst>
          </c:dPt>
          <c:dPt>
            <c:idx val="1"/>
            <c:bubble3D val="0"/>
            <c:spPr>
              <a:solidFill>
                <a:srgbClr val="D2F3F9"/>
              </a:solidFill>
              <a:ln>
                <a:noFill/>
              </a:ln>
              <a:effectLst/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3-24AD-EA4A-8C2B-3435BDEE4980}"/>
              </c:ext>
            </c:extLst>
          </c:dPt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C-24AD-EA4A-8C2B-3435BDEE49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983325690031052E-2"/>
          <c:y val="0.11608650535345078"/>
          <c:w val="0.95401668548583984"/>
          <c:h val="0.728320956230163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4BCCE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0-542F-AB45-AA9E-DFAC9D7EDE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919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1-542F-AB45-AA9E-DFAC9D7EDE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D2F3F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2-542F-AB45-AA9E-DFAC9D7ED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6"/>
        <c:axId val="827250512"/>
        <c:axId val="827254832"/>
      </c:barChart>
      <c:catAx>
        <c:axId val="82725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4832"/>
        <c:crosses val="autoZero"/>
        <c:auto val="0"/>
        <c:lblAlgn val="ctr"/>
        <c:lblOffset val="100"/>
        <c:noMultiLvlLbl val="0"/>
      </c:catAx>
      <c:valAx>
        <c:axId val="8272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0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983325690031052E-2"/>
          <c:y val="0.11608650535345078"/>
          <c:w val="0.95401668548583984"/>
          <c:h val="0.728320956230163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4BCCE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0-542F-AB45-AA9E-DFAC9D7EDE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919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1-542F-AB45-AA9E-DFAC9D7EDE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D2F3F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2-542F-AB45-AA9E-DFAC9D7ED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6"/>
        <c:axId val="827250512"/>
        <c:axId val="827254832"/>
      </c:barChart>
      <c:catAx>
        <c:axId val="82725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4832"/>
        <c:crosses val="autoZero"/>
        <c:auto val="0"/>
        <c:lblAlgn val="ctr"/>
        <c:lblOffset val="100"/>
        <c:noMultiLvlLbl val="0"/>
      </c:catAx>
      <c:valAx>
        <c:axId val="8272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0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348372519016266"/>
          <c:y val="0.15571849048137665"/>
          <c:w val="0.65165537595748901"/>
          <c:h val="0.7849380373954772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rgbClr val="3341FF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1-24AD-EA4A-8C2B-3435BDEE4980}"/>
              </c:ext>
            </c:extLst>
          </c:dPt>
          <c:dPt>
            <c:idx val="1"/>
            <c:bubble3D val="0"/>
            <c:spPr>
              <a:solidFill>
                <a:srgbClr val="6671FF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3-24AD-EA4A-8C2B-3435BDEE4980}"/>
              </c:ext>
            </c:extLst>
          </c:dPt>
          <c:dPt>
            <c:idx val="2"/>
            <c:bubble3D val="0"/>
            <c:spPr>
              <a:solidFill>
                <a:srgbClr val="B3B3B3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5-24AD-EA4A-8C2B-3435BDEE4980}"/>
              </c:ext>
            </c:extLst>
          </c:dPt>
          <c:dPt>
            <c:idx val="3"/>
            <c:bubble3D val="0"/>
            <c:spPr>
              <a:solidFill>
                <a:srgbClr val="3341FF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7-24AD-EA4A-8C2B-3435BDEE4980}"/>
              </c:ext>
            </c:extLst>
          </c:dPt>
          <c:dPt>
            <c:idx val="4"/>
            <c:bubble3D val="0"/>
            <c:spPr>
              <a:solidFill>
                <a:srgbClr val="191919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9-24AD-EA4A-8C2B-3435BDEE4980}"/>
              </c:ext>
            </c:extLst>
          </c:dPt>
          <c:dPt>
            <c:idx val="5"/>
            <c:bubble3D val="0"/>
            <c:spPr>
              <a:solidFill>
                <a:srgbClr val="99A0FF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B-24AD-EA4A-8C2B-3435BDEE4980}"/>
              </c:ext>
            </c:extLst>
          </c:dPt>
          <c:dLbls>
            <c:dLbl>
              <c:idx val="0"/>
              <c:layout>
                <c:manualLayout>
                  <c:x val="0.12925969064235687"/>
                  <c:y val="-7.9263977706432343E-2"/>
                </c:manualLayout>
              </c:layout>
              <c:tx>
                <c:rich>
                  <a:bodyPr/>
                  <a:lstStyle/>
                  <a:p>
                    <a:fld id="{A8B911AC-2869-BC4D-8906-36DC74512687}" type="CATEGORYNAME">
                      <a:rPr lang="en-US" sz="1000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sz="1000" b="0" i="0" baseline="0">
                        <a:latin typeface="Lato" panose="020F0502020204030203" pitchFamily="34" charset="77"/>
                      </a:rPr>
                      <a:t>
</a:t>
                    </a:r>
                    <a:fld id="{7446F7CE-85D0-734B-88DE-59E97A8B4B62}" type="PERCENTAGE">
                      <a:rPr lang="en-US" sz="1000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sz="1000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4AD-EA4A-8C2B-3435BDEE4980}"/>
                </c:ext>
              </c:extLst>
            </c:dLbl>
            <c:dLbl>
              <c:idx val="1"/>
              <c:layout>
                <c:manualLayout>
                  <c:x val="0.14477530121803284"/>
                  <c:y val="-8.4925694391131401E-3"/>
                </c:manualLayout>
              </c:layout>
              <c:tx>
                <c:rich>
                  <a:bodyPr/>
                  <a:lstStyle/>
                  <a:p>
                    <a:fld id="{5CDD3E23-0292-144A-B29E-A4626101021F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286D3689-B801-8145-A0AD-7790CE4C7C88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4AD-EA4A-8C2B-3435BDEE4980}"/>
                </c:ext>
              </c:extLst>
            </c:dLbl>
            <c:dLbl>
              <c:idx val="2"/>
              <c:layout>
                <c:manualLayout>
                  <c:x val="0.10105758160352707"/>
                  <c:y val="0.10474168509244919"/>
                </c:manualLayout>
              </c:layout>
              <c:tx>
                <c:rich>
                  <a:bodyPr/>
                  <a:lstStyle/>
                  <a:p>
                    <a:fld id="{6447B4E8-DDD2-0244-8898-A9197CC21220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A85AB0BE-C288-224E-8E68-8894AA0BC2FD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24AD-EA4A-8C2B-3435BDEE4980}"/>
                </c:ext>
              </c:extLst>
            </c:dLbl>
            <c:dLbl>
              <c:idx val="3"/>
              <c:layout>
                <c:manualLayout>
                  <c:x val="-9.8707400262355804E-2"/>
                  <c:y val="0.11889596283435822"/>
                </c:manualLayout>
              </c:layout>
              <c:tx>
                <c:rich>
                  <a:bodyPr/>
                  <a:lstStyle/>
                  <a:p>
                    <a:fld id="{DE3A11BE-8D66-0444-9979-E5DC007FB35A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C7342406-EE2E-864F-8A1E-82FBF8500BE2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24AD-EA4A-8C2B-3435BDEE4980}"/>
                </c:ext>
              </c:extLst>
            </c:dLbl>
            <c:dLbl>
              <c:idx val="4"/>
              <c:layout>
                <c:manualLayout>
                  <c:x val="-0.1480611115694046"/>
                  <c:y val="2.8308562468737364E-3"/>
                </c:manualLayout>
              </c:layout>
              <c:tx>
                <c:rich>
                  <a:bodyPr/>
                  <a:lstStyle/>
                  <a:p>
                    <a:fld id="{3AC10FB2-C86E-F747-970F-0C2BFFF6CD06}" type="CATEGORYNAME">
                      <a:rPr lang="en-US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b="0" i="0" baseline="0">
                        <a:latin typeface="Lato" panose="020F0502020204030203" pitchFamily="34" charset="77"/>
                      </a:rPr>
                      <a:t>
</a:t>
                    </a:r>
                    <a:fld id="{45E1F1FE-42E1-F449-B131-A34C5FFE4A7D}" type="PERCENTAGE">
                      <a:rPr lang="en-US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24AD-EA4A-8C2B-3435BDEE4980}"/>
                </c:ext>
              </c:extLst>
            </c:dLbl>
            <c:dLbl>
              <c:idx val="5"/>
              <c:layout>
                <c:manualLayout>
                  <c:x val="-7.2013616561889648E-2"/>
                  <c:y val="-0.1117917075753212"/>
                </c:manualLayout>
              </c:layout>
              <c:tx>
                <c:rich>
                  <a:bodyPr/>
                  <a:lstStyle/>
                  <a:p>
                    <a:fld id="{96AB227F-6D21-564B-8878-C97651E7A7E1}" type="CATEGORYNAME">
                      <a:rPr lang="en-US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b="0" i="0" baseline="0">
                        <a:latin typeface="Lato" panose="020F0502020204030203" pitchFamily="34" charset="77"/>
                      </a:rPr>
                      <a:t>
</a:t>
                    </a:r>
                    <a:fld id="{CB8CBAF1-1D2C-4A4A-BBB7-1DB9F6A81302}" type="PERCENTAGE">
                      <a:rPr lang="en-US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24AD-EA4A-8C2B-3435BDEE49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2.5</c:v>
                </c:pt>
                <c:pt idx="5">
                  <c:v>3.5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C-24AD-EA4A-8C2B-3435BDEE49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348372519016266"/>
          <c:y val="0.15571849048137665"/>
          <c:w val="0.65165537595748901"/>
          <c:h val="0.7849380373954772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rgbClr val="000ECC"/>
              </a:solidFill>
              <a:ln>
                <a:noFill/>
              </a:ln>
              <a:effectLst/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1-24AD-EA4A-8C2B-3435BDEE4980}"/>
              </c:ext>
            </c:extLst>
          </c:dPt>
          <c:dPt>
            <c:idx val="1"/>
            <c:bubble3D val="0"/>
            <c:spPr>
              <a:solidFill>
                <a:srgbClr val="99A0FF"/>
              </a:solidFill>
              <a:ln>
                <a:noFill/>
              </a:ln>
              <a:effectLst/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3-24AD-EA4A-8C2B-3435BDEE4980}"/>
              </c:ext>
            </c:extLst>
          </c:dPt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C-24AD-EA4A-8C2B-3435BDEE49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983325690031052E-2"/>
          <c:y val="0.11608650535345078"/>
          <c:w val="0.95401668548583984"/>
          <c:h val="0.728320956230163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0EC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0-542F-AB45-AA9E-DFAC9D7EDE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919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1-542F-AB45-AA9E-DFAC9D7EDE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99A0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2-542F-AB45-AA9E-DFAC9D7ED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6"/>
        <c:axId val="827250512"/>
        <c:axId val="827254832"/>
      </c:barChart>
      <c:catAx>
        <c:axId val="82725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4832"/>
        <c:crosses val="autoZero"/>
        <c:auto val="0"/>
        <c:lblAlgn val="ctr"/>
        <c:lblOffset val="100"/>
        <c:noMultiLvlLbl val="0"/>
      </c:catAx>
      <c:valAx>
        <c:axId val="8272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0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983325690031052E-2"/>
          <c:y val="0.11608650535345078"/>
          <c:w val="0.95401668548583984"/>
          <c:h val="0.728320956230163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0EC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0-542F-AB45-AA9E-DFAC9D7EDE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919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1-542F-AB45-AA9E-DFAC9D7EDE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99A0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2-542F-AB45-AA9E-DFAC9D7ED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6"/>
        <c:axId val="827250512"/>
        <c:axId val="827254832"/>
      </c:barChart>
      <c:catAx>
        <c:axId val="82725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4832"/>
        <c:crosses val="autoZero"/>
        <c:auto val="0"/>
        <c:lblAlgn val="ctr"/>
        <c:lblOffset val="100"/>
        <c:noMultiLvlLbl val="0"/>
      </c:catAx>
      <c:valAx>
        <c:axId val="8272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0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348372519016266"/>
          <c:y val="0.15571849048137665"/>
          <c:w val="0.65165537595748901"/>
          <c:h val="0.7849380373954772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rgbClr val="6526D9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1-24AD-EA4A-8C2B-3435BDEE4980}"/>
              </c:ext>
            </c:extLst>
          </c:dPt>
          <c:dPt>
            <c:idx val="1"/>
            <c:bubble3D val="0"/>
            <c:spPr>
              <a:solidFill>
                <a:srgbClr val="A37DE8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3-24AD-EA4A-8C2B-3435BDEE4980}"/>
              </c:ext>
            </c:extLst>
          </c:dPt>
          <c:dPt>
            <c:idx val="2"/>
            <c:bubble3D val="0"/>
            <c:spPr>
              <a:solidFill>
                <a:srgbClr val="B3B3B3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5-24AD-EA4A-8C2B-3435BDEE4980}"/>
              </c:ext>
            </c:extLst>
          </c:dPt>
          <c:dPt>
            <c:idx val="3"/>
            <c:bubble3D val="0"/>
            <c:spPr>
              <a:solidFill>
                <a:srgbClr val="6526D9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7-24AD-EA4A-8C2B-3435BDEE4980}"/>
              </c:ext>
            </c:extLst>
          </c:dPt>
          <c:dPt>
            <c:idx val="4"/>
            <c:bubble3D val="0"/>
            <c:spPr>
              <a:solidFill>
                <a:srgbClr val="191919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9-24AD-EA4A-8C2B-3435BDEE4980}"/>
              </c:ext>
            </c:extLst>
          </c:dPt>
          <c:dPt>
            <c:idx val="5"/>
            <c:bubble3D val="0"/>
            <c:spPr>
              <a:solidFill>
                <a:srgbClr val="C1A8F0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B-24AD-EA4A-8C2B-3435BDEE4980}"/>
              </c:ext>
            </c:extLst>
          </c:dPt>
          <c:dLbls>
            <c:dLbl>
              <c:idx val="0"/>
              <c:layout>
                <c:manualLayout>
                  <c:x val="0.12925969064235687"/>
                  <c:y val="-7.9263977706432343E-2"/>
                </c:manualLayout>
              </c:layout>
              <c:tx>
                <c:rich>
                  <a:bodyPr/>
                  <a:lstStyle/>
                  <a:p>
                    <a:fld id="{A8B911AC-2869-BC4D-8906-36DC74512687}" type="CATEGORYNAME">
                      <a:rPr lang="en-US" sz="1000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sz="1000" b="0" i="0" baseline="0">
                        <a:latin typeface="Lato" panose="020F0502020204030203" pitchFamily="34" charset="77"/>
                      </a:rPr>
                      <a:t>
</a:t>
                    </a:r>
                    <a:fld id="{7446F7CE-85D0-734B-88DE-59E97A8B4B62}" type="PERCENTAGE">
                      <a:rPr lang="en-US" sz="1000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sz="1000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4AD-EA4A-8C2B-3435BDEE4980}"/>
                </c:ext>
              </c:extLst>
            </c:dLbl>
            <c:dLbl>
              <c:idx val="1"/>
              <c:layout>
                <c:manualLayout>
                  <c:x val="0.14477530121803284"/>
                  <c:y val="-8.4925694391131401E-3"/>
                </c:manualLayout>
              </c:layout>
              <c:tx>
                <c:rich>
                  <a:bodyPr/>
                  <a:lstStyle/>
                  <a:p>
                    <a:fld id="{5CDD3E23-0292-144A-B29E-A4626101021F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286D3689-B801-8145-A0AD-7790CE4C7C88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4AD-EA4A-8C2B-3435BDEE4980}"/>
                </c:ext>
              </c:extLst>
            </c:dLbl>
            <c:dLbl>
              <c:idx val="2"/>
              <c:layout>
                <c:manualLayout>
                  <c:x val="0.10105758160352707"/>
                  <c:y val="0.10474168509244919"/>
                </c:manualLayout>
              </c:layout>
              <c:tx>
                <c:rich>
                  <a:bodyPr/>
                  <a:lstStyle/>
                  <a:p>
                    <a:fld id="{6447B4E8-DDD2-0244-8898-A9197CC21220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A85AB0BE-C288-224E-8E68-8894AA0BC2FD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24AD-EA4A-8C2B-3435BDEE4980}"/>
                </c:ext>
              </c:extLst>
            </c:dLbl>
            <c:dLbl>
              <c:idx val="3"/>
              <c:layout>
                <c:manualLayout>
                  <c:x val="-9.8707400262355804E-2"/>
                  <c:y val="0.11889596283435822"/>
                </c:manualLayout>
              </c:layout>
              <c:tx>
                <c:rich>
                  <a:bodyPr/>
                  <a:lstStyle/>
                  <a:p>
                    <a:fld id="{DE3A11BE-8D66-0444-9979-E5DC007FB35A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C7342406-EE2E-864F-8A1E-82FBF8500BE2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24AD-EA4A-8C2B-3435BDEE4980}"/>
                </c:ext>
              </c:extLst>
            </c:dLbl>
            <c:dLbl>
              <c:idx val="4"/>
              <c:layout>
                <c:manualLayout>
                  <c:x val="-0.1480611115694046"/>
                  <c:y val="2.8308562468737364E-3"/>
                </c:manualLayout>
              </c:layout>
              <c:tx>
                <c:rich>
                  <a:bodyPr/>
                  <a:lstStyle/>
                  <a:p>
                    <a:fld id="{3AC10FB2-C86E-F747-970F-0C2BFFF6CD06}" type="CATEGORYNAME">
                      <a:rPr lang="en-US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b="0" i="0" baseline="0">
                        <a:latin typeface="Lato" panose="020F0502020204030203" pitchFamily="34" charset="77"/>
                      </a:rPr>
                      <a:t>
</a:t>
                    </a:r>
                    <a:fld id="{45E1F1FE-42E1-F449-B131-A34C5FFE4A7D}" type="PERCENTAGE">
                      <a:rPr lang="en-US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24AD-EA4A-8C2B-3435BDEE4980}"/>
                </c:ext>
              </c:extLst>
            </c:dLbl>
            <c:dLbl>
              <c:idx val="5"/>
              <c:layout>
                <c:manualLayout>
                  <c:x val="-7.2013616561889648E-2"/>
                  <c:y val="-0.1117917075753212"/>
                </c:manualLayout>
              </c:layout>
              <c:tx>
                <c:rich>
                  <a:bodyPr/>
                  <a:lstStyle/>
                  <a:p>
                    <a:fld id="{96AB227F-6D21-564B-8878-C97651E7A7E1}" type="CATEGORYNAME">
                      <a:rPr lang="en-US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b="0" i="0" baseline="0">
                        <a:latin typeface="Lato" panose="020F0502020204030203" pitchFamily="34" charset="77"/>
                      </a:rPr>
                      <a:t>
</a:t>
                    </a:r>
                    <a:fld id="{CB8CBAF1-1D2C-4A4A-BBB7-1DB9F6A81302}" type="PERCENTAGE">
                      <a:rPr lang="en-US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24AD-EA4A-8C2B-3435BDEE49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2.5</c:v>
                </c:pt>
                <c:pt idx="5">
                  <c:v>3.5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C-24AD-EA4A-8C2B-3435BDEE49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348372519016266"/>
          <c:y val="0.15571849048137665"/>
          <c:w val="0.65165537595748901"/>
          <c:h val="0.7849380373954772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rgbClr val="6526D9"/>
              </a:solidFill>
              <a:ln>
                <a:noFill/>
              </a:ln>
              <a:effectLst/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1-24AD-EA4A-8C2B-3435BDEE4980}"/>
              </c:ext>
            </c:extLst>
          </c:dPt>
          <c:dPt>
            <c:idx val="1"/>
            <c:bubble3D val="0"/>
            <c:spPr>
              <a:solidFill>
                <a:srgbClr val="C1A8F0"/>
              </a:solidFill>
              <a:ln>
                <a:noFill/>
              </a:ln>
              <a:effectLst/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3-24AD-EA4A-8C2B-3435BDEE4980}"/>
              </c:ext>
            </c:extLst>
          </c:dPt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C-24AD-EA4A-8C2B-3435BDEE49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983325690031052E-2"/>
          <c:y val="0.11608650535345078"/>
          <c:w val="0.95401668548583984"/>
          <c:h val="0.728320956230163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6526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0-542F-AB45-AA9E-DFAC9D7EDE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919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1-542F-AB45-AA9E-DFAC9D7EDE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1A8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2-542F-AB45-AA9E-DFAC9D7ED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6"/>
        <c:axId val="827250512"/>
        <c:axId val="827254832"/>
      </c:barChart>
      <c:catAx>
        <c:axId val="82725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4832"/>
        <c:crosses val="autoZero"/>
        <c:auto val="0"/>
        <c:lblAlgn val="ctr"/>
        <c:lblOffset val="100"/>
        <c:noMultiLvlLbl val="0"/>
      </c:catAx>
      <c:valAx>
        <c:axId val="8272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0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983325690031052E-2"/>
          <c:y val="0.11608650535345078"/>
          <c:w val="0.95401668548583984"/>
          <c:h val="0.728320956230163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6526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0-542F-AB45-AA9E-DFAC9D7EDE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919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1-542F-AB45-AA9E-DFAC9D7EDE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1A8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2-542F-AB45-AA9E-DFAC9D7ED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6"/>
        <c:axId val="827250512"/>
        <c:axId val="827254832"/>
      </c:barChart>
      <c:catAx>
        <c:axId val="82725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4832"/>
        <c:crosses val="autoZero"/>
        <c:auto val="0"/>
        <c:lblAlgn val="ctr"/>
        <c:lblOffset val="100"/>
        <c:noMultiLvlLbl val="0"/>
      </c:catAx>
      <c:valAx>
        <c:axId val="8272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0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348372519016266"/>
          <c:y val="0.15571849048137665"/>
          <c:w val="0.65165537595748901"/>
          <c:h val="0.7849380373954772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rgbClr val="FC0386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1-24AD-EA4A-8C2B-3435BDEE4980}"/>
              </c:ext>
            </c:extLst>
          </c:dPt>
          <c:dPt>
            <c:idx val="1"/>
            <c:bubble3D val="0"/>
            <c:spPr>
              <a:solidFill>
                <a:srgbClr val="FE9ACE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3-24AD-EA4A-8C2B-3435BDEE4980}"/>
              </c:ext>
            </c:extLst>
          </c:dPt>
          <c:dPt>
            <c:idx val="2"/>
            <c:bubble3D val="0"/>
            <c:spPr>
              <a:solidFill>
                <a:srgbClr val="B3B3B3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5-24AD-EA4A-8C2B-3435BDEE4980}"/>
              </c:ext>
            </c:extLst>
          </c:dPt>
          <c:dPt>
            <c:idx val="3"/>
            <c:bubble3D val="0"/>
            <c:spPr>
              <a:solidFill>
                <a:srgbClr val="FC0386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7-24AD-EA4A-8C2B-3435BDEE4980}"/>
              </c:ext>
            </c:extLst>
          </c:dPt>
          <c:dPt>
            <c:idx val="4"/>
            <c:bubble3D val="0"/>
            <c:spPr>
              <a:solidFill>
                <a:srgbClr val="191919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9-24AD-EA4A-8C2B-3435BDEE4980}"/>
              </c:ext>
            </c:extLst>
          </c:dPt>
          <c:dPt>
            <c:idx val="5"/>
            <c:bubble3D val="0"/>
            <c:spPr>
              <a:solidFill>
                <a:srgbClr val="FECDE7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B-24AD-EA4A-8C2B-3435BDEE4980}"/>
              </c:ext>
            </c:extLst>
          </c:dPt>
          <c:dLbls>
            <c:dLbl>
              <c:idx val="0"/>
              <c:layout>
                <c:manualLayout>
                  <c:x val="0.12925969064235687"/>
                  <c:y val="-7.9263977706432343E-2"/>
                </c:manualLayout>
              </c:layout>
              <c:tx>
                <c:rich>
                  <a:bodyPr/>
                  <a:lstStyle/>
                  <a:p>
                    <a:fld id="{A8B911AC-2869-BC4D-8906-36DC74512687}" type="CATEGORYNAME">
                      <a:rPr lang="en-US" sz="1000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sz="1000" b="0" i="0" baseline="0">
                        <a:latin typeface="Lato" panose="020F0502020204030203" pitchFamily="34" charset="77"/>
                      </a:rPr>
                      <a:t>
</a:t>
                    </a:r>
                    <a:fld id="{7446F7CE-85D0-734B-88DE-59E97A8B4B62}" type="PERCENTAGE">
                      <a:rPr lang="en-US" sz="1000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sz="1000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4AD-EA4A-8C2B-3435BDEE4980}"/>
                </c:ext>
              </c:extLst>
            </c:dLbl>
            <c:dLbl>
              <c:idx val="1"/>
              <c:layout>
                <c:manualLayout>
                  <c:x val="0.14477530121803284"/>
                  <c:y val="-8.4925694391131401E-3"/>
                </c:manualLayout>
              </c:layout>
              <c:tx>
                <c:rich>
                  <a:bodyPr/>
                  <a:lstStyle/>
                  <a:p>
                    <a:fld id="{5CDD3E23-0292-144A-B29E-A4626101021F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286D3689-B801-8145-A0AD-7790CE4C7C88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4AD-EA4A-8C2B-3435BDEE4980}"/>
                </c:ext>
              </c:extLst>
            </c:dLbl>
            <c:dLbl>
              <c:idx val="2"/>
              <c:layout>
                <c:manualLayout>
                  <c:x val="0.10105758160352707"/>
                  <c:y val="0.10474168509244919"/>
                </c:manualLayout>
              </c:layout>
              <c:tx>
                <c:rich>
                  <a:bodyPr/>
                  <a:lstStyle/>
                  <a:p>
                    <a:fld id="{6447B4E8-DDD2-0244-8898-A9197CC21220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A85AB0BE-C288-224E-8E68-8894AA0BC2FD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24AD-EA4A-8C2B-3435BDEE4980}"/>
                </c:ext>
              </c:extLst>
            </c:dLbl>
            <c:dLbl>
              <c:idx val="3"/>
              <c:layout>
                <c:manualLayout>
                  <c:x val="-9.8707400262355804E-2"/>
                  <c:y val="0.11889596283435822"/>
                </c:manualLayout>
              </c:layout>
              <c:tx>
                <c:rich>
                  <a:bodyPr/>
                  <a:lstStyle/>
                  <a:p>
                    <a:fld id="{DE3A11BE-8D66-0444-9979-E5DC007FB35A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C7342406-EE2E-864F-8A1E-82FBF8500BE2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24AD-EA4A-8C2B-3435BDEE4980}"/>
                </c:ext>
              </c:extLst>
            </c:dLbl>
            <c:dLbl>
              <c:idx val="4"/>
              <c:layout>
                <c:manualLayout>
                  <c:x val="-0.1480611115694046"/>
                  <c:y val="2.8308562468737364E-3"/>
                </c:manualLayout>
              </c:layout>
              <c:tx>
                <c:rich>
                  <a:bodyPr/>
                  <a:lstStyle/>
                  <a:p>
                    <a:fld id="{3AC10FB2-C86E-F747-970F-0C2BFFF6CD06}" type="CATEGORYNAME">
                      <a:rPr lang="en-US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b="0" i="0" baseline="0">
                        <a:latin typeface="Lato" panose="020F0502020204030203" pitchFamily="34" charset="77"/>
                      </a:rPr>
                      <a:t>
</a:t>
                    </a:r>
                    <a:fld id="{45E1F1FE-42E1-F449-B131-A34C5FFE4A7D}" type="PERCENTAGE">
                      <a:rPr lang="en-US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24AD-EA4A-8C2B-3435BDEE4980}"/>
                </c:ext>
              </c:extLst>
            </c:dLbl>
            <c:dLbl>
              <c:idx val="5"/>
              <c:layout>
                <c:manualLayout>
                  <c:x val="-7.2013616561889648E-2"/>
                  <c:y val="-0.1117917075753212"/>
                </c:manualLayout>
              </c:layout>
              <c:tx>
                <c:rich>
                  <a:bodyPr/>
                  <a:lstStyle/>
                  <a:p>
                    <a:fld id="{96AB227F-6D21-564B-8878-C97651E7A7E1}" type="CATEGORYNAME">
                      <a:rPr lang="en-US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b="0" i="0" baseline="0">
                        <a:latin typeface="Lato" panose="020F0502020204030203" pitchFamily="34" charset="77"/>
                      </a:rPr>
                      <a:t>
</a:t>
                    </a:r>
                    <a:fld id="{CB8CBAF1-1D2C-4A4A-BBB7-1DB9F6A81302}" type="PERCENTAGE">
                      <a:rPr lang="en-US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24AD-EA4A-8C2B-3435BDEE49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2.5</c:v>
                </c:pt>
                <c:pt idx="5">
                  <c:v>3.5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C-24AD-EA4A-8C2B-3435BDEE49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348372519016266"/>
          <c:y val="0.15571849048137665"/>
          <c:w val="0.65165537595748901"/>
          <c:h val="0.7849380373954772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rgbClr val="FC0386"/>
              </a:solidFill>
              <a:ln>
                <a:noFill/>
              </a:ln>
              <a:effectLst/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1-24AD-EA4A-8C2B-3435BDEE4980}"/>
              </c:ext>
            </c:extLst>
          </c:dPt>
          <c:dPt>
            <c:idx val="1"/>
            <c:bubble3D val="0"/>
            <c:spPr>
              <a:solidFill>
                <a:srgbClr val="FECDE7"/>
              </a:solidFill>
              <a:ln>
                <a:noFill/>
              </a:ln>
              <a:effectLst/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3-24AD-EA4A-8C2B-3435BDEE4980}"/>
              </c:ext>
            </c:extLst>
          </c:dPt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C-24AD-EA4A-8C2B-3435BDEE49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983325690031052E-2"/>
          <c:y val="0.11608650535345078"/>
          <c:w val="0.95401668548583984"/>
          <c:h val="0.728320956230163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C038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0-542F-AB45-AA9E-DFAC9D7EDE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919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1-542F-AB45-AA9E-DFAC9D7EDE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FECDE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2-542F-AB45-AA9E-DFAC9D7ED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6"/>
        <c:axId val="827250512"/>
        <c:axId val="827254832"/>
      </c:barChart>
      <c:catAx>
        <c:axId val="82725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4832"/>
        <c:crosses val="autoZero"/>
        <c:auto val="0"/>
        <c:lblAlgn val="ctr"/>
        <c:lblOffset val="100"/>
        <c:noMultiLvlLbl val="0"/>
      </c:catAx>
      <c:valAx>
        <c:axId val="8272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0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983325690031052E-2"/>
          <c:y val="0.11608650535345078"/>
          <c:w val="0.95401668548583984"/>
          <c:h val="0.728320956230163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C038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0-542F-AB45-AA9E-DFAC9D7EDE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919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1-542F-AB45-AA9E-DFAC9D7EDE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FECDE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2-542F-AB45-AA9E-DFAC9D7ED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6"/>
        <c:axId val="827250512"/>
        <c:axId val="827254832"/>
      </c:barChart>
      <c:catAx>
        <c:axId val="82725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4832"/>
        <c:crosses val="autoZero"/>
        <c:auto val="0"/>
        <c:lblAlgn val="ctr"/>
        <c:lblOffset val="100"/>
        <c:noMultiLvlLbl val="0"/>
      </c:catAx>
      <c:valAx>
        <c:axId val="8272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0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348372519016266"/>
          <c:y val="0.15571849048137665"/>
          <c:w val="0.65165537595748901"/>
          <c:h val="0.7849380373954772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rgbClr val="FFA300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1-24AD-EA4A-8C2B-3435BDEE4980}"/>
              </c:ext>
            </c:extLst>
          </c:dPt>
          <c:dPt>
            <c:idx val="1"/>
            <c:bubble3D val="0"/>
            <c:spPr>
              <a:solidFill>
                <a:srgbClr val="FFDA99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3-24AD-EA4A-8C2B-3435BDEE4980}"/>
              </c:ext>
            </c:extLst>
          </c:dPt>
          <c:dPt>
            <c:idx val="2"/>
            <c:bubble3D val="0"/>
            <c:spPr>
              <a:solidFill>
                <a:srgbClr val="B3B3B3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5-24AD-EA4A-8C2B-3435BDEE4980}"/>
              </c:ext>
            </c:extLst>
          </c:dPt>
          <c:dPt>
            <c:idx val="3"/>
            <c:bubble3D val="0"/>
            <c:spPr>
              <a:solidFill>
                <a:srgbClr val="FFA300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7-24AD-EA4A-8C2B-3435BDEE4980}"/>
              </c:ext>
            </c:extLst>
          </c:dPt>
          <c:dPt>
            <c:idx val="4"/>
            <c:bubble3D val="0"/>
            <c:spPr>
              <a:solidFill>
                <a:srgbClr val="191919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9-24AD-EA4A-8C2B-3435BDEE4980}"/>
              </c:ext>
            </c:extLst>
          </c:dPt>
          <c:dPt>
            <c:idx val="5"/>
            <c:bubble3D val="0"/>
            <c:spPr>
              <a:solidFill>
                <a:srgbClr val="FFECCC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B-24AD-EA4A-8C2B-3435BDEE4980}"/>
              </c:ext>
            </c:extLst>
          </c:dPt>
          <c:dLbls>
            <c:dLbl>
              <c:idx val="0"/>
              <c:layout>
                <c:manualLayout>
                  <c:x val="0.12925969064235687"/>
                  <c:y val="-7.9263977706432343E-2"/>
                </c:manualLayout>
              </c:layout>
              <c:tx>
                <c:rich>
                  <a:bodyPr/>
                  <a:lstStyle/>
                  <a:p>
                    <a:fld id="{A8B911AC-2869-BC4D-8906-36DC74512687}" type="CATEGORYNAME">
                      <a:rPr lang="en-US" sz="1000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sz="1000" b="0" i="0" baseline="0">
                        <a:latin typeface="Lato" panose="020F0502020204030203" pitchFamily="34" charset="77"/>
                      </a:rPr>
                      <a:t>
</a:t>
                    </a:r>
                    <a:fld id="{7446F7CE-85D0-734B-88DE-59E97A8B4B62}" type="PERCENTAGE">
                      <a:rPr lang="en-US" sz="1000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sz="1000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4AD-EA4A-8C2B-3435BDEE4980}"/>
                </c:ext>
              </c:extLst>
            </c:dLbl>
            <c:dLbl>
              <c:idx val="1"/>
              <c:layout>
                <c:manualLayout>
                  <c:x val="0.14477530121803284"/>
                  <c:y val="-8.4925694391131401E-3"/>
                </c:manualLayout>
              </c:layout>
              <c:tx>
                <c:rich>
                  <a:bodyPr/>
                  <a:lstStyle/>
                  <a:p>
                    <a:fld id="{5CDD3E23-0292-144A-B29E-A4626101021F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286D3689-B801-8145-A0AD-7790CE4C7C88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4AD-EA4A-8C2B-3435BDEE4980}"/>
                </c:ext>
              </c:extLst>
            </c:dLbl>
            <c:dLbl>
              <c:idx val="2"/>
              <c:layout>
                <c:manualLayout>
                  <c:x val="0.10105758160352707"/>
                  <c:y val="0.10474168509244919"/>
                </c:manualLayout>
              </c:layout>
              <c:tx>
                <c:rich>
                  <a:bodyPr/>
                  <a:lstStyle/>
                  <a:p>
                    <a:fld id="{6447B4E8-DDD2-0244-8898-A9197CC21220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A85AB0BE-C288-224E-8E68-8894AA0BC2FD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24AD-EA4A-8C2B-3435BDEE4980}"/>
                </c:ext>
              </c:extLst>
            </c:dLbl>
            <c:dLbl>
              <c:idx val="3"/>
              <c:layout>
                <c:manualLayout>
                  <c:x val="-9.8707400262355804E-2"/>
                  <c:y val="0.11889596283435822"/>
                </c:manualLayout>
              </c:layout>
              <c:tx>
                <c:rich>
                  <a:bodyPr/>
                  <a:lstStyle/>
                  <a:p>
                    <a:fld id="{DE3A11BE-8D66-0444-9979-E5DC007FB35A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C7342406-EE2E-864F-8A1E-82FBF8500BE2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24AD-EA4A-8C2B-3435BDEE4980}"/>
                </c:ext>
              </c:extLst>
            </c:dLbl>
            <c:dLbl>
              <c:idx val="4"/>
              <c:layout>
                <c:manualLayout>
                  <c:x val="-0.1480611115694046"/>
                  <c:y val="2.8308562468737364E-3"/>
                </c:manualLayout>
              </c:layout>
              <c:tx>
                <c:rich>
                  <a:bodyPr/>
                  <a:lstStyle/>
                  <a:p>
                    <a:fld id="{3AC10FB2-C86E-F747-970F-0C2BFFF6CD06}" type="CATEGORYNAME">
                      <a:rPr lang="en-US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b="0" i="0" baseline="0">
                        <a:latin typeface="Lato" panose="020F0502020204030203" pitchFamily="34" charset="77"/>
                      </a:rPr>
                      <a:t>
</a:t>
                    </a:r>
                    <a:fld id="{45E1F1FE-42E1-F449-B131-A34C5FFE4A7D}" type="PERCENTAGE">
                      <a:rPr lang="en-US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24AD-EA4A-8C2B-3435BDEE4980}"/>
                </c:ext>
              </c:extLst>
            </c:dLbl>
            <c:dLbl>
              <c:idx val="5"/>
              <c:layout>
                <c:manualLayout>
                  <c:x val="-7.2013616561889648E-2"/>
                  <c:y val="-0.1117917075753212"/>
                </c:manualLayout>
              </c:layout>
              <c:tx>
                <c:rich>
                  <a:bodyPr/>
                  <a:lstStyle/>
                  <a:p>
                    <a:fld id="{96AB227F-6D21-564B-8878-C97651E7A7E1}" type="CATEGORYNAME">
                      <a:rPr lang="en-US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b="0" i="0" baseline="0">
                        <a:latin typeface="Lato" panose="020F0502020204030203" pitchFamily="34" charset="77"/>
                      </a:rPr>
                      <a:t>
</a:t>
                    </a:r>
                    <a:fld id="{CB8CBAF1-1D2C-4A4A-BBB7-1DB9F6A81302}" type="PERCENTAGE">
                      <a:rPr lang="en-US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24AD-EA4A-8C2B-3435BDEE49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2.5</c:v>
                </c:pt>
                <c:pt idx="5">
                  <c:v>3.5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C-24AD-EA4A-8C2B-3435BDEE49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348372519016266"/>
          <c:y val="0.15571849048137665"/>
          <c:w val="0.65165537595748901"/>
          <c:h val="0.7849380373954772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rgbClr val="FFA300"/>
              </a:solidFill>
              <a:ln>
                <a:noFill/>
              </a:ln>
              <a:effectLst/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1-24AD-EA4A-8C2B-3435BDEE4980}"/>
              </c:ext>
            </c:extLst>
          </c:dPt>
          <c:dPt>
            <c:idx val="1"/>
            <c:bubble3D val="0"/>
            <c:spPr>
              <a:solidFill>
                <a:srgbClr val="FFECCC"/>
              </a:solidFill>
              <a:ln>
                <a:noFill/>
              </a:ln>
              <a:effectLst/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3-24AD-EA4A-8C2B-3435BDEE4980}"/>
              </c:ext>
            </c:extLst>
          </c:dPt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C-24AD-EA4A-8C2B-3435BDEE49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983325690031052E-2"/>
          <c:y val="0.11608650535345078"/>
          <c:w val="0.95401668548583984"/>
          <c:h val="0.728320956230163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FA3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0-542F-AB45-AA9E-DFAC9D7EDE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919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1-542F-AB45-AA9E-DFAC9D7EDE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FFECC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2-542F-AB45-AA9E-DFAC9D7ED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6"/>
        <c:axId val="827250512"/>
        <c:axId val="827254832"/>
      </c:barChart>
      <c:catAx>
        <c:axId val="82725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4832"/>
        <c:crosses val="autoZero"/>
        <c:auto val="0"/>
        <c:lblAlgn val="ctr"/>
        <c:lblOffset val="100"/>
        <c:noMultiLvlLbl val="0"/>
      </c:catAx>
      <c:valAx>
        <c:axId val="8272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0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983325690031052E-2"/>
          <c:y val="0.11608650535345078"/>
          <c:w val="0.95401668548583984"/>
          <c:h val="0.728320956230163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FA3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0-542F-AB45-AA9E-DFAC9D7EDE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919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1-542F-AB45-AA9E-DFAC9D7EDE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FFECC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2-542F-AB45-AA9E-DFAC9D7ED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6"/>
        <c:axId val="827250512"/>
        <c:axId val="827254832"/>
      </c:barChart>
      <c:catAx>
        <c:axId val="82725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4832"/>
        <c:crosses val="autoZero"/>
        <c:auto val="0"/>
        <c:lblAlgn val="ctr"/>
        <c:lblOffset val="100"/>
        <c:noMultiLvlLbl val="0"/>
      </c:catAx>
      <c:valAx>
        <c:axId val="8272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0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348372519016266"/>
          <c:y val="0.15571849048137665"/>
          <c:w val="0.65165537595748901"/>
          <c:h val="0.7849380373954772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rgbClr val="7FCD32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1-24AD-EA4A-8C2B-3435BDEE4980}"/>
              </c:ext>
            </c:extLst>
          </c:dPt>
          <c:dPt>
            <c:idx val="1"/>
            <c:bubble3D val="0"/>
            <c:spPr>
              <a:solidFill>
                <a:srgbClr val="CCEBAD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3-24AD-EA4A-8C2B-3435BDEE4980}"/>
              </c:ext>
            </c:extLst>
          </c:dPt>
          <c:dPt>
            <c:idx val="2"/>
            <c:bubble3D val="0"/>
            <c:spPr>
              <a:solidFill>
                <a:srgbClr val="B3B3B3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5-24AD-EA4A-8C2B-3435BDEE4980}"/>
              </c:ext>
            </c:extLst>
          </c:dPt>
          <c:dPt>
            <c:idx val="3"/>
            <c:bubble3D val="0"/>
            <c:spPr>
              <a:solidFill>
                <a:srgbClr val="7FCD32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7-24AD-EA4A-8C2B-3435BDEE4980}"/>
              </c:ext>
            </c:extLst>
          </c:dPt>
          <c:dPt>
            <c:idx val="4"/>
            <c:bubble3D val="0"/>
            <c:spPr>
              <a:solidFill>
                <a:srgbClr val="191919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9-24AD-EA4A-8C2B-3435BDEE4980}"/>
              </c:ext>
            </c:extLst>
          </c:dPt>
          <c:dPt>
            <c:idx val="5"/>
            <c:bubble3D val="0"/>
            <c:spPr>
              <a:solidFill>
                <a:srgbClr val="E5F5D6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B-24AD-EA4A-8C2B-3435BDEE4980}"/>
              </c:ext>
            </c:extLst>
          </c:dPt>
          <c:dLbls>
            <c:dLbl>
              <c:idx val="0"/>
              <c:layout>
                <c:manualLayout>
                  <c:x val="0.12925969064235687"/>
                  <c:y val="-7.9263977706432343E-2"/>
                </c:manualLayout>
              </c:layout>
              <c:tx>
                <c:rich>
                  <a:bodyPr/>
                  <a:lstStyle/>
                  <a:p>
                    <a:fld id="{A8B911AC-2869-BC4D-8906-36DC74512687}" type="CATEGORYNAME">
                      <a:rPr lang="en-US" sz="1000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sz="1000" b="0" i="0" baseline="0">
                        <a:latin typeface="Lato" panose="020F0502020204030203" pitchFamily="34" charset="77"/>
                      </a:rPr>
                      <a:t>
</a:t>
                    </a:r>
                    <a:fld id="{7446F7CE-85D0-734B-88DE-59E97A8B4B62}" type="PERCENTAGE">
                      <a:rPr lang="en-US" sz="1000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sz="1000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4AD-EA4A-8C2B-3435BDEE4980}"/>
                </c:ext>
              </c:extLst>
            </c:dLbl>
            <c:dLbl>
              <c:idx val="1"/>
              <c:layout>
                <c:manualLayout>
                  <c:x val="0.14477530121803284"/>
                  <c:y val="-8.4925694391131401E-3"/>
                </c:manualLayout>
              </c:layout>
              <c:tx>
                <c:rich>
                  <a:bodyPr/>
                  <a:lstStyle/>
                  <a:p>
                    <a:fld id="{5CDD3E23-0292-144A-B29E-A4626101021F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286D3689-B801-8145-A0AD-7790CE4C7C88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4AD-EA4A-8C2B-3435BDEE4980}"/>
                </c:ext>
              </c:extLst>
            </c:dLbl>
            <c:dLbl>
              <c:idx val="2"/>
              <c:layout>
                <c:manualLayout>
                  <c:x val="0.10105758160352707"/>
                  <c:y val="0.10474168509244919"/>
                </c:manualLayout>
              </c:layout>
              <c:tx>
                <c:rich>
                  <a:bodyPr/>
                  <a:lstStyle/>
                  <a:p>
                    <a:fld id="{6447B4E8-DDD2-0244-8898-A9197CC21220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A85AB0BE-C288-224E-8E68-8894AA0BC2FD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24AD-EA4A-8C2B-3435BDEE4980}"/>
                </c:ext>
              </c:extLst>
            </c:dLbl>
            <c:dLbl>
              <c:idx val="3"/>
              <c:layout>
                <c:manualLayout>
                  <c:x val="-9.8707400262355804E-2"/>
                  <c:y val="0.11889596283435822"/>
                </c:manualLayout>
              </c:layout>
              <c:tx>
                <c:rich>
                  <a:bodyPr/>
                  <a:lstStyle/>
                  <a:p>
                    <a:fld id="{DE3A11BE-8D66-0444-9979-E5DC007FB35A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C7342406-EE2E-864F-8A1E-82FBF8500BE2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24AD-EA4A-8C2B-3435BDEE4980}"/>
                </c:ext>
              </c:extLst>
            </c:dLbl>
            <c:dLbl>
              <c:idx val="4"/>
              <c:layout>
                <c:manualLayout>
                  <c:x val="-0.1480611115694046"/>
                  <c:y val="2.8308562468737364E-3"/>
                </c:manualLayout>
              </c:layout>
              <c:tx>
                <c:rich>
                  <a:bodyPr/>
                  <a:lstStyle/>
                  <a:p>
                    <a:fld id="{3AC10FB2-C86E-F747-970F-0C2BFFF6CD06}" type="CATEGORYNAME">
                      <a:rPr lang="en-US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b="0" i="0" baseline="0">
                        <a:latin typeface="Lato" panose="020F0502020204030203" pitchFamily="34" charset="77"/>
                      </a:rPr>
                      <a:t>
</a:t>
                    </a:r>
                    <a:fld id="{45E1F1FE-42E1-F449-B131-A34C5FFE4A7D}" type="PERCENTAGE">
                      <a:rPr lang="en-US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24AD-EA4A-8C2B-3435BDEE4980}"/>
                </c:ext>
              </c:extLst>
            </c:dLbl>
            <c:dLbl>
              <c:idx val="5"/>
              <c:layout>
                <c:manualLayout>
                  <c:x val="-7.2013616561889648E-2"/>
                  <c:y val="-0.1117917075753212"/>
                </c:manualLayout>
              </c:layout>
              <c:tx>
                <c:rich>
                  <a:bodyPr/>
                  <a:lstStyle/>
                  <a:p>
                    <a:fld id="{96AB227F-6D21-564B-8878-C97651E7A7E1}" type="CATEGORYNAME">
                      <a:rPr lang="en-US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b="0" i="0" baseline="0">
                        <a:latin typeface="Lato" panose="020F0502020204030203" pitchFamily="34" charset="77"/>
                      </a:rPr>
                      <a:t>
</a:t>
                    </a:r>
                    <a:fld id="{CB8CBAF1-1D2C-4A4A-BBB7-1DB9F6A81302}" type="PERCENTAGE">
                      <a:rPr lang="en-US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24AD-EA4A-8C2B-3435BDEE49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2.5</c:v>
                </c:pt>
                <c:pt idx="5">
                  <c:v>3.5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C-24AD-EA4A-8C2B-3435BDEE49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348372519016266"/>
          <c:y val="0.15571849048137665"/>
          <c:w val="0.65165537595748901"/>
          <c:h val="0.7849380373954772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rgbClr val="7FCD32"/>
              </a:solidFill>
              <a:ln>
                <a:noFill/>
              </a:ln>
              <a:effectLst/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1-24AD-EA4A-8C2B-3435BDEE4980}"/>
              </c:ext>
            </c:extLst>
          </c:dPt>
          <c:dPt>
            <c:idx val="1"/>
            <c:bubble3D val="0"/>
            <c:spPr>
              <a:solidFill>
                <a:srgbClr val="E5F5D6"/>
              </a:solidFill>
              <a:ln>
                <a:noFill/>
              </a:ln>
              <a:effectLst/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3-24AD-EA4A-8C2B-3435BDEE4980}"/>
              </c:ext>
            </c:extLst>
          </c:dPt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C-24AD-EA4A-8C2B-3435BDEE49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983325690031052E-2"/>
          <c:y val="0.11608650535345078"/>
          <c:w val="0.95401668548583984"/>
          <c:h val="0.728320956230163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7FCD3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0-542F-AB45-AA9E-DFAC9D7EDE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919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1-542F-AB45-AA9E-DFAC9D7EDE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E5F5D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2-542F-AB45-AA9E-DFAC9D7ED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6"/>
        <c:axId val="827250512"/>
        <c:axId val="827254832"/>
      </c:barChart>
      <c:catAx>
        <c:axId val="82725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4832"/>
        <c:crosses val="autoZero"/>
        <c:auto val="0"/>
        <c:lblAlgn val="ctr"/>
        <c:lblOffset val="100"/>
        <c:noMultiLvlLbl val="0"/>
      </c:catAx>
      <c:valAx>
        <c:axId val="8272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0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983325690031052E-2"/>
          <c:y val="0.11608650535345078"/>
          <c:w val="0.95401668548583984"/>
          <c:h val="0.728320956230163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7FCD3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0-542F-AB45-AA9E-DFAC9D7EDE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919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1-542F-AB45-AA9E-DFAC9D7EDE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E5F5D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2-542F-AB45-AA9E-DFAC9D7ED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6"/>
        <c:axId val="827250512"/>
        <c:axId val="827254832"/>
      </c:barChart>
      <c:catAx>
        <c:axId val="82725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4832"/>
        <c:crosses val="autoZero"/>
        <c:auto val="0"/>
        <c:lblAlgn val="ctr"/>
        <c:lblOffset val="100"/>
        <c:noMultiLvlLbl val="0"/>
      </c:catAx>
      <c:valAx>
        <c:axId val="8272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0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348372519016266"/>
          <c:y val="0.15571849048137665"/>
          <c:w val="0.65165537595748901"/>
          <c:h val="0.7849380373954772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rgbClr val="3341FF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1-24AD-EA4A-8C2B-3435BDEE4980}"/>
              </c:ext>
            </c:extLst>
          </c:dPt>
          <c:dPt>
            <c:idx val="1"/>
            <c:bubble3D val="0"/>
            <c:spPr>
              <a:solidFill>
                <a:srgbClr val="6671FF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3-24AD-EA4A-8C2B-3435BDEE4980}"/>
              </c:ext>
            </c:extLst>
          </c:dPt>
          <c:dPt>
            <c:idx val="2"/>
            <c:bubble3D val="0"/>
            <c:spPr>
              <a:solidFill>
                <a:srgbClr val="B3B3B3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5-24AD-EA4A-8C2B-3435BDEE4980}"/>
              </c:ext>
            </c:extLst>
          </c:dPt>
          <c:dPt>
            <c:idx val="3"/>
            <c:bubble3D val="0"/>
            <c:spPr>
              <a:solidFill>
                <a:srgbClr val="3341FF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7-24AD-EA4A-8C2B-3435BDEE4980}"/>
              </c:ext>
            </c:extLst>
          </c:dPt>
          <c:dPt>
            <c:idx val="4"/>
            <c:bubble3D val="0"/>
            <c:spPr>
              <a:solidFill>
                <a:srgbClr val="191919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9-24AD-EA4A-8C2B-3435BDEE4980}"/>
              </c:ext>
            </c:extLst>
          </c:dPt>
          <c:dPt>
            <c:idx val="5"/>
            <c:bubble3D val="0"/>
            <c:spPr>
              <a:solidFill>
                <a:srgbClr val="99A0FF"/>
              </a:solidFill>
              <a:ln>
                <a:noFill/>
              </a:ln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B-24AD-EA4A-8C2B-3435BDEE4980}"/>
              </c:ext>
            </c:extLst>
          </c:dPt>
          <c:dLbls>
            <c:dLbl>
              <c:idx val="0"/>
              <c:layout>
                <c:manualLayout>
                  <c:x val="0.12925969064235687"/>
                  <c:y val="-7.9263977706432343E-2"/>
                </c:manualLayout>
              </c:layout>
              <c:tx>
                <c:rich>
                  <a:bodyPr/>
                  <a:lstStyle/>
                  <a:p>
                    <a:fld id="{A8B911AC-2869-BC4D-8906-36DC74512687}" type="CATEGORYNAME">
                      <a:rPr lang="en-US" sz="1000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sz="1000" b="0" i="0" baseline="0">
                        <a:latin typeface="Lato" panose="020F0502020204030203" pitchFamily="34" charset="77"/>
                      </a:rPr>
                      <a:t>
</a:t>
                    </a:r>
                    <a:fld id="{7446F7CE-85D0-734B-88DE-59E97A8B4B62}" type="PERCENTAGE">
                      <a:rPr lang="en-US" sz="1000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sz="1000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4AD-EA4A-8C2B-3435BDEE4980}"/>
                </c:ext>
              </c:extLst>
            </c:dLbl>
            <c:dLbl>
              <c:idx val="1"/>
              <c:layout>
                <c:manualLayout>
                  <c:x val="0.14477530121803284"/>
                  <c:y val="-8.4925694391131401E-3"/>
                </c:manualLayout>
              </c:layout>
              <c:tx>
                <c:rich>
                  <a:bodyPr/>
                  <a:lstStyle/>
                  <a:p>
                    <a:fld id="{5CDD3E23-0292-144A-B29E-A4626101021F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286D3689-B801-8145-A0AD-7790CE4C7C88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4AD-EA4A-8C2B-3435BDEE4980}"/>
                </c:ext>
              </c:extLst>
            </c:dLbl>
            <c:dLbl>
              <c:idx val="2"/>
              <c:layout>
                <c:manualLayout>
                  <c:x val="0.10105758160352707"/>
                  <c:y val="0.10474168509244919"/>
                </c:manualLayout>
              </c:layout>
              <c:tx>
                <c:rich>
                  <a:bodyPr/>
                  <a:lstStyle/>
                  <a:p>
                    <a:fld id="{6447B4E8-DDD2-0244-8898-A9197CC21220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A85AB0BE-C288-224E-8E68-8894AA0BC2FD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24AD-EA4A-8C2B-3435BDEE4980}"/>
                </c:ext>
              </c:extLst>
            </c:dLbl>
            <c:dLbl>
              <c:idx val="3"/>
              <c:layout>
                <c:manualLayout>
                  <c:x val="-9.8707400262355804E-2"/>
                  <c:y val="0.11889596283435822"/>
                </c:manualLayout>
              </c:layout>
              <c:tx>
                <c:rich>
                  <a:bodyPr/>
                  <a:lstStyle/>
                  <a:p>
                    <a:fld id="{DE3A11BE-8D66-0444-9979-E5DC007FB35A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C7342406-EE2E-864F-8A1E-82FBF8500BE2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24AD-EA4A-8C2B-3435BDEE4980}"/>
                </c:ext>
              </c:extLst>
            </c:dLbl>
            <c:dLbl>
              <c:idx val="4"/>
              <c:layout>
                <c:manualLayout>
                  <c:x val="-0.1480611115694046"/>
                  <c:y val="2.8308562468737364E-3"/>
                </c:manualLayout>
              </c:layout>
              <c:tx>
                <c:rich>
                  <a:bodyPr/>
                  <a:lstStyle/>
                  <a:p>
                    <a:fld id="{3AC10FB2-C86E-F747-970F-0C2BFFF6CD06}" type="CATEGORYNAME">
                      <a:rPr lang="en-US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b="0" i="0" baseline="0">
                        <a:latin typeface="Lato" panose="020F0502020204030203" pitchFamily="34" charset="77"/>
                      </a:rPr>
                      <a:t>
</a:t>
                    </a:r>
                    <a:fld id="{45E1F1FE-42E1-F449-B131-A34C5FFE4A7D}" type="PERCENTAGE">
                      <a:rPr lang="en-US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24AD-EA4A-8C2B-3435BDEE4980}"/>
                </c:ext>
              </c:extLst>
            </c:dLbl>
            <c:dLbl>
              <c:idx val="5"/>
              <c:layout>
                <c:manualLayout>
                  <c:x val="-7.2013616561889648E-2"/>
                  <c:y val="-0.1117917075753212"/>
                </c:manualLayout>
              </c:layout>
              <c:tx>
                <c:rich>
                  <a:bodyPr/>
                  <a:lstStyle/>
                  <a:p>
                    <a:fld id="{96AB227F-6D21-564B-8878-C97651E7A7E1}" type="CATEGORYNAME">
                      <a:rPr lang="en-US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b="0" i="0" baseline="0">
                        <a:latin typeface="Lato" panose="020F0502020204030203" pitchFamily="34" charset="77"/>
                      </a:rPr>
                      <a:t>
</a:t>
                    </a:r>
                    <a:fld id="{CB8CBAF1-1D2C-4A4A-BBB7-1DB9F6A81302}" type="PERCENTAGE">
                      <a:rPr lang="en-US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24AD-EA4A-8C2B-3435BDEE49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2.5</c:v>
                </c:pt>
                <c:pt idx="5">
                  <c:v>3.5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C-24AD-EA4A-8C2B-3435BDEE49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348372519016266"/>
          <c:y val="0.15571849048137665"/>
          <c:w val="0.65165537595748901"/>
          <c:h val="0.7849380373954772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rgbClr val="000ECC"/>
              </a:solidFill>
              <a:ln>
                <a:noFill/>
              </a:ln>
              <a:effectLst/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1-24AD-EA4A-8C2B-3435BDEE4980}"/>
              </c:ext>
            </c:extLst>
          </c:dPt>
          <c:dPt>
            <c:idx val="1"/>
            <c:bubble3D val="0"/>
            <c:spPr>
              <a:solidFill>
                <a:srgbClr val="99A0FF"/>
              </a:solidFill>
              <a:ln>
                <a:noFill/>
              </a:ln>
              <a:effectLst/>
            </c:spPr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6="http://schemas.microsoft.com/office/drawing/2014/chart" uri="{C3380CC4-5D6E-409C-BE32-E72D297353CC}">
                <c16:uniqueId val="{00000003-24AD-EA4A-8C2B-3435BDEE4980}"/>
              </c:ext>
            </c:extLst>
          </c:dPt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C-24AD-EA4A-8C2B-3435BDEE49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983325690031052E-2"/>
          <c:y val="0.11608650535345078"/>
          <c:w val="0.95401668548583984"/>
          <c:h val="0.728320956230163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0EC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0-542F-AB45-AA9E-DFAC9D7EDE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919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1-542F-AB45-AA9E-DFAC9D7EDE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99A0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2-542F-AB45-AA9E-DFAC9D7ED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6"/>
        <c:axId val="827250512"/>
        <c:axId val="827254832"/>
      </c:barChart>
      <c:catAx>
        <c:axId val="82725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4832"/>
        <c:crosses val="autoZero"/>
        <c:auto val="0"/>
        <c:lblAlgn val="ctr"/>
        <c:lblOffset val="100"/>
        <c:noMultiLvlLbl val="0"/>
      </c:catAx>
      <c:valAx>
        <c:axId val="8272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0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983325690031052E-2"/>
          <c:y val="0.11608650535345078"/>
          <c:w val="0.95401668548583984"/>
          <c:h val="0.728320956230163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0EC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0-542F-AB45-AA9E-DFAC9D7EDE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919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1-542F-AB45-AA9E-DFAC9D7EDE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99A0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 smtId="4294967295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      <c:ext xmlns:c16="http://schemas.microsoft.com/office/drawing/2014/chart" uri="{C3380CC4-5D6E-409C-BE32-E72D297353CC}">
              <c16:uniqueId val="{00000002-542F-AB45-AA9E-DFAC9D7ED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6"/>
        <c:axId val="827250512"/>
        <c:axId val="827254832"/>
      </c:barChart>
      <c:catAx>
        <c:axId val="82725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4832"/>
        <c:crosses val="autoZero"/>
        <c:auto val="0"/>
        <c:lblAlgn val="ctr"/>
        <c:lblOffset val="100"/>
        <c:noMultiLvlLbl val="0"/>
      </c:catAx>
      <c:valAx>
        <c:axId val="8272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 smtId="4294967295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0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348371994041286"/>
          <c:y val="0.15571849697131804"/>
          <c:w val="0.65165539383957738"/>
          <c:h val="0.7849380610863132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rgbClr val="79DAE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4AD-EA4A-8C2B-3435BDEE4980}"/>
              </c:ext>
            </c:extLst>
          </c:dPt>
          <c:dPt>
            <c:idx val="1"/>
            <c:bubble3D val="0"/>
            <c:spPr>
              <a:solidFill>
                <a:srgbClr val="A6E6F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4AD-EA4A-8C2B-3435BDEE4980}"/>
              </c:ext>
            </c:extLst>
          </c:dPt>
          <c:dPt>
            <c:idx val="2"/>
            <c:bubble3D val="0"/>
            <c:spPr>
              <a:solidFill>
                <a:srgbClr val="B3B3B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4AD-EA4A-8C2B-3435BDEE4980}"/>
              </c:ext>
            </c:extLst>
          </c:dPt>
          <c:dPt>
            <c:idx val="3"/>
            <c:bubble3D val="0"/>
            <c:spPr>
              <a:solidFill>
                <a:srgbClr val="4BCCE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4AD-EA4A-8C2B-3435BDEE4980}"/>
              </c:ext>
            </c:extLst>
          </c:dPt>
          <c:dPt>
            <c:idx val="4"/>
            <c:bubble3D val="0"/>
            <c:spPr>
              <a:solidFill>
                <a:srgbClr val="19191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4AD-EA4A-8C2B-3435BDEE4980}"/>
              </c:ext>
            </c:extLst>
          </c:dPt>
          <c:dPt>
            <c:idx val="5"/>
            <c:bubble3D val="0"/>
            <c:spPr>
              <a:solidFill>
                <a:srgbClr val="D2F3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4AD-EA4A-8C2B-3435BDEE4980}"/>
              </c:ext>
            </c:extLst>
          </c:dPt>
          <c:dLbls>
            <c:dLbl>
              <c:idx val="0"/>
              <c:layout>
                <c:manualLayout>
                  <c:x val="0.12925969447708568"/>
                  <c:y val="-7.9263977353149329E-2"/>
                </c:manualLayout>
              </c:layout>
              <c:tx>
                <c:rich>
                  <a:bodyPr/>
                  <a:lstStyle/>
                  <a:p>
                    <a:fld id="{A8B911AC-2869-BC4D-8906-36DC74512687}" type="CATEGORYNAME">
                      <a:rPr lang="en-US" sz="1000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sz="1000" b="0" i="0" baseline="0">
                        <a:latin typeface="Lato" panose="020F0502020204030203" pitchFamily="34" charset="77"/>
                      </a:rPr>
                      <a:t>
</a:t>
                    </a:r>
                    <a:fld id="{7446F7CE-85D0-734B-88DE-59E97A8B4B62}" type="PERCENTAGE">
                      <a:rPr lang="en-US" sz="1000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sz="1000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4AD-EA4A-8C2B-3435BDEE4980}"/>
                </c:ext>
              </c:extLst>
            </c:dLbl>
            <c:dLbl>
              <c:idx val="1"/>
              <c:layout>
                <c:manualLayout>
                  <c:x val="0.14477529909231382"/>
                  <c:y val="-8.4925690021231421E-3"/>
                </c:manualLayout>
              </c:layout>
              <c:tx>
                <c:rich>
                  <a:bodyPr/>
                  <a:lstStyle/>
                  <a:p>
                    <a:fld id="{5CDD3E23-0292-144A-B29E-A4626101021F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286D3689-B801-8145-A0AD-7790CE4C7C88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4AD-EA4A-8C2B-3435BDEE4980}"/>
                </c:ext>
              </c:extLst>
            </c:dLbl>
            <c:dLbl>
              <c:idx val="2"/>
              <c:layout>
                <c:manualLayout>
                  <c:x val="0.1010575793184488"/>
                  <c:y val="0.10474168435951854"/>
                </c:manualLayout>
              </c:layout>
              <c:tx>
                <c:rich>
                  <a:bodyPr/>
                  <a:lstStyle/>
                  <a:p>
                    <a:fld id="{6447B4E8-DDD2-0244-8898-A9197CC21220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A85AB0BE-C288-224E-8E68-8894AA0BC2FD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24AD-EA4A-8C2B-3435BDEE4980}"/>
                </c:ext>
              </c:extLst>
            </c:dLbl>
            <c:dLbl>
              <c:idx val="3"/>
              <c:layout>
                <c:manualLayout>
                  <c:x val="-9.870740305522914E-2"/>
                  <c:y val="0.11889596602972399"/>
                </c:manualLayout>
              </c:layout>
              <c:tx>
                <c:rich>
                  <a:bodyPr/>
                  <a:lstStyle/>
                  <a:p>
                    <a:fld id="{DE3A11BE-8D66-0444-9979-E5DC007FB35A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
</a:t>
                    </a:r>
                    <a:fld id="{C7342406-EE2E-864F-8A1E-82FBF8500BE2}" type="PERCENTAGE">
                      <a:rPr lang="en-US" b="1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24AD-EA4A-8C2B-3435BDEE4980}"/>
                </c:ext>
              </c:extLst>
            </c:dLbl>
            <c:dLbl>
              <c:idx val="4"/>
              <c:layout>
                <c:manualLayout>
                  <c:x val="-0.14806110458284372"/>
                  <c:y val="2.8308563340410475E-3"/>
                </c:manualLayout>
              </c:layout>
              <c:tx>
                <c:rich>
                  <a:bodyPr/>
                  <a:lstStyle/>
                  <a:p>
                    <a:fld id="{3AC10FB2-C86E-F747-970F-0C2BFFF6CD06}" type="CATEGORYNAME">
                      <a:rPr lang="en-US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b="0" i="0" baseline="0">
                        <a:latin typeface="Lato" panose="020F0502020204030203" pitchFamily="34" charset="77"/>
                      </a:rPr>
                      <a:t>
</a:t>
                    </a:r>
                    <a:fld id="{45E1F1FE-42E1-F449-B131-A34C5FFE4A7D}" type="PERCENTAGE">
                      <a:rPr lang="en-US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24AD-EA4A-8C2B-3435BDEE4980}"/>
                </c:ext>
              </c:extLst>
            </c:dLbl>
            <c:dLbl>
              <c:idx val="5"/>
              <c:layout>
                <c:manualLayout>
                  <c:x val="-7.20136191066926E-2"/>
                  <c:y val="-0.11179170674138954"/>
                </c:manualLayout>
              </c:layout>
              <c:tx>
                <c:rich>
                  <a:bodyPr/>
                  <a:lstStyle/>
                  <a:p>
                    <a:fld id="{96AB227F-6D21-564B-8878-C97651E7A7E1}" type="CATEGORYNAME">
                      <a:rPr lang="en-US" b="0" i="0">
                        <a:latin typeface="Lato" panose="020F0502020204030203" pitchFamily="34" charset="77"/>
                      </a:rPr>
                      <a:pPr/>
                      <a:t>[CATEGORY NAME]</a:t>
                    </a:fld>
                    <a:r>
                      <a:rPr lang="en-US" b="0" i="0" baseline="0">
                        <a:latin typeface="Lato" panose="020F0502020204030203" pitchFamily="34" charset="77"/>
                      </a:rPr>
                      <a:t>
</a:t>
                    </a:r>
                    <a:fld id="{CB8CBAF1-1D2C-4A4A-BBB7-1DB9F6A81302}" type="PERCENTAGE">
                      <a:rPr lang="en-US" b="1" i="0" baseline="0">
                        <a:latin typeface="Lato" panose="020F0502020204030203" pitchFamily="34" charset="77"/>
                      </a:rPr>
                      <a:pPr/>
                      <a:t>[PERCENTAGE]</a:t>
                    </a:fld>
                    <a:endParaRPr lang="en-US" b="0" i="0" baseline="0">
                      <a:latin typeface="Lato" panose="020F0502020204030203" pitchFamily="34" charset="77"/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24AD-EA4A-8C2B-3435BDEE49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2.5</c:v>
                </c:pt>
                <c:pt idx="5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4AD-EA4A-8C2B-3435BDEE49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348371994041286"/>
          <c:y val="0.15571849697131804"/>
          <c:w val="0.65165539383957738"/>
          <c:h val="0.7849380610863132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rgbClr val="4BCCE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4AD-EA4A-8C2B-3435BDEE4980}"/>
              </c:ext>
            </c:extLst>
          </c:dPt>
          <c:dPt>
            <c:idx val="1"/>
            <c:bubble3D val="0"/>
            <c:spPr>
              <a:solidFill>
                <a:srgbClr val="D2F3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4AD-EA4A-8C2B-3435BDEE4980}"/>
              </c:ext>
            </c:extLst>
          </c:dPt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4AD-EA4A-8C2B-3435BDEE49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userShapes r:id="rId2"/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983326702258576E-2"/>
          <c:y val="0.11608650829474342"/>
          <c:w val="0.95401667329774142"/>
          <c:h val="0.728320934405492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4BCCE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2F-AB45-AA9E-DFAC9D7EDE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919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2F-AB45-AA9E-DFAC9D7EDE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D2F3F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42F-AB45-AA9E-DFAC9D7ED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6"/>
        <c:axId val="827250512"/>
        <c:axId val="827254832"/>
      </c:barChart>
      <c:catAx>
        <c:axId val="82725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4832"/>
        <c:crosses val="autoZero"/>
        <c:auto val="1"/>
        <c:lblAlgn val="ctr"/>
        <c:lblOffset val="100"/>
        <c:noMultiLvlLbl val="0"/>
      </c:catAx>
      <c:valAx>
        <c:axId val="8272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0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983326702258576E-2"/>
          <c:y val="0.11608650829474342"/>
          <c:w val="0.95401667329774142"/>
          <c:h val="0.728320934405492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4BCCE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2F-AB45-AA9E-DFAC9D7EDE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19191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2F-AB45-AA9E-DFAC9D7EDE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D2F3F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Lato" panose="020F0502020204030203" pitchFamily="34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42F-AB45-AA9E-DFAC9D7ED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6"/>
        <c:axId val="827250512"/>
        <c:axId val="827254832"/>
      </c:barChart>
      <c:catAx>
        <c:axId val="827250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4832"/>
        <c:crosses val="autoZero"/>
        <c:auto val="1"/>
        <c:lblAlgn val="ctr"/>
        <c:lblOffset val="100"/>
        <c:noMultiLvlLbl val="0"/>
      </c:catAx>
      <c:valAx>
        <c:axId val="8272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pPr>
            <a:endParaRPr lang="en-US"/>
          </a:p>
        </c:txPr>
        <c:crossAx val="827250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0.23108</cdr:x>
      <cdr:y>0.271</cdr:y>
    </cdr:from>
    <cdr:to>
      <cdr:x>0.82744</cdr:x>
      <cdr:y>0.82922</cdr:y>
    </cdr:to>
    <cdr:grpSp>
      <cdr:nvGrpSpPr>
        <cdr:cNvPr id="5" name="Group 4">
          <a:extLst xmlns:a="http://schemas.openxmlformats.org/drawingml/2006/main">
            <a:ext uri="{FF2B5EF4-FFF2-40B4-BE49-F238E27FC236}">
              <a16:creationId xmlns:a16="http://schemas.microsoft.com/office/drawing/2014/main" id="{3314D1B6-65B9-7FD5-112C-6A61D71D6A70}"/>
            </a:ext>
          </a:extLst>
        </cdr:cNvPr>
        <cdr:cNvGrpSpPr/>
      </cdr:nvGrpSpPr>
      <cdr:grpSpPr>
        <a:xfrm xmlns:a="http://schemas.openxmlformats.org/drawingml/2006/main">
          <a:off x="1043689" y="1016157"/>
          <a:ext cx="2693503" cy="2093133"/>
          <a:chOff x="1248697" y="1215767"/>
          <a:chExt cx="3222640" cy="2504335"/>
        </a:xfrm>
      </cdr:grpSpPr>
      <cdr:sp macro="" textlink="">
        <cdr:nvSpPr>
          <cdr:cNvPr id="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BF9E5-4562-18B6-4E28-A66CBCF96BD3}"/>
              </a:ext>
            </a:extLst>
          </cdr:cNvPr>
          <cdr:cNvSpPr txBox="1"/>
        </cdr:nvSpPr>
        <cdr:spPr>
          <a:xfrm xmlns:a="http://schemas.openxmlformats.org/drawingml/2006/main">
            <a:off x="1248697" y="1215767"/>
            <a:ext cx="3222640" cy="161248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 anchor="b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50000"/>
              <a:buFont typeface="+mj-lt"/>
              <a:buNone/>
              <a:defRPr sz="14000" b="0" i="0" kern="1200" baseline="0">
                <a:solidFill>
                  <a:schemeClr val="tx1"/>
                </a:solidFill>
                <a:latin typeface="Chubb Publico Roman" panose="02040502060504060203" pitchFamily="18" charset="77"/>
                <a:ea typeface="+mn-ea"/>
                <a:cs typeface="+mn-cs"/>
              </a:defRPr>
            </a:lvl1pPr>
            <a:lvl2pPr marL="14400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+mj-lt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s-US" sz="76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Chubb Publico Light"/>
                <a:ea typeface="Chubb Publico Light"/>
                <a:cs typeface="Chubb Publico Light"/>
              </a:rPr>
              <a:t>XX%</a:t>
            </a:r>
          </a:p>
        </cdr:txBody>
      </cdr:sp>
      <cdr:sp macro="" textlink="">
        <cdr:nvSpPr>
          <cdr:cNvPr id="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2AFE51-656A-80C0-AAD0-DC499201DABA}"/>
              </a:ext>
            </a:extLst>
          </cdr:cNvPr>
          <cdr:cNvSpPr txBox="1"/>
        </cdr:nvSpPr>
        <cdr:spPr>
          <a:xfrm xmlns:a="http://schemas.openxmlformats.org/drawingml/2006/main">
            <a:off x="1726893" y="2783719"/>
            <a:ext cx="2153264" cy="936383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14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b="0" i="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</a:pP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Haga clic aquí para editar</a:t>
            </a:r>
            <a:br>
              <a:rPr sz="1200"/>
            </a:b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el texto del gráfico</a:t>
            </a:r>
            <a:endParaRPr lang="en-US" sz="1200">
              <a:latin typeface="Lato" panose="020F0502020204030203" pitchFamily="34" charset="77"/>
            </a:endParaRPr>
          </a:p>
        </cdr:txBody>
      </cdr:sp>
    </cdr:grp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0.23108</cdr:x>
      <cdr:y>0.271</cdr:y>
    </cdr:from>
    <cdr:to>
      <cdr:x>0.82744</cdr:x>
      <cdr:y>0.82922</cdr:y>
    </cdr:to>
    <cdr:grpSp>
      <cdr:nvGrpSpPr>
        <cdr:cNvPr id="5" name="Group 4">
          <a:extLst xmlns:a="http://schemas.openxmlformats.org/drawingml/2006/main">
            <a:ext uri="{FF2B5EF4-FFF2-40B4-BE49-F238E27FC236}">
              <a16:creationId xmlns:a16="http://schemas.microsoft.com/office/drawing/2014/main" id="{3314D1B6-65B9-7FD5-112C-6A61D71D6A70}"/>
            </a:ext>
          </a:extLst>
        </cdr:cNvPr>
        <cdr:cNvGrpSpPr/>
      </cdr:nvGrpSpPr>
      <cdr:grpSpPr>
        <a:xfrm xmlns:a="http://schemas.openxmlformats.org/drawingml/2006/main">
          <a:off x="1043689" y="1016157"/>
          <a:ext cx="2693503" cy="2093133"/>
          <a:chOff x="1248697" y="1215767"/>
          <a:chExt cx="3222640" cy="2504335"/>
        </a:xfrm>
      </cdr:grpSpPr>
      <cdr:sp macro="" textlink="">
        <cdr:nvSpPr>
          <cdr:cNvPr id="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BF9E5-4562-18B6-4E28-A66CBCF96BD3}"/>
              </a:ext>
            </a:extLst>
          </cdr:cNvPr>
          <cdr:cNvSpPr txBox="1"/>
        </cdr:nvSpPr>
        <cdr:spPr>
          <a:xfrm xmlns:a="http://schemas.openxmlformats.org/drawingml/2006/main">
            <a:off x="1248697" y="1215767"/>
            <a:ext cx="3222640" cy="161248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 anchor="b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50000"/>
              <a:buFont typeface="+mj-lt"/>
              <a:buNone/>
              <a:defRPr sz="14000" b="0" i="0" kern="1200" baseline="0">
                <a:solidFill>
                  <a:schemeClr val="tx1"/>
                </a:solidFill>
                <a:latin typeface="Chubb Publico Roman" panose="02040502060504060203" pitchFamily="18" charset="77"/>
                <a:ea typeface="+mn-ea"/>
                <a:cs typeface="+mn-cs"/>
              </a:defRPr>
            </a:lvl1pPr>
            <a:lvl2pPr marL="14400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+mj-lt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s-US" sz="76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Chubb Publico Light"/>
                <a:ea typeface="Chubb Publico Light"/>
                <a:cs typeface="Chubb Publico Light"/>
              </a:rPr>
              <a:t>XX%</a:t>
            </a:r>
          </a:p>
        </cdr:txBody>
      </cdr:sp>
      <cdr:sp macro="" textlink="">
        <cdr:nvSpPr>
          <cdr:cNvPr id="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2AFE51-656A-80C0-AAD0-DC499201DABA}"/>
              </a:ext>
            </a:extLst>
          </cdr:cNvPr>
          <cdr:cNvSpPr txBox="1"/>
        </cdr:nvSpPr>
        <cdr:spPr>
          <a:xfrm xmlns:a="http://schemas.openxmlformats.org/drawingml/2006/main">
            <a:off x="1726893" y="2783719"/>
            <a:ext cx="2153264" cy="936383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14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b="0" i="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</a:pP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Haga clic aquí para editar</a:t>
            </a:r>
            <a:br>
              <a:rPr sz="1200"/>
            </a:b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el texto del gráfico</a:t>
            </a:r>
            <a:endParaRPr lang="en-US" sz="1200">
              <a:latin typeface="Lato" panose="020F0502020204030203" pitchFamily="34" charset="77"/>
            </a:endParaRPr>
          </a:p>
        </cdr:txBody>
      </cdr:sp>
    </cdr:grp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0.23108</cdr:x>
      <cdr:y>0.271</cdr:y>
    </cdr:from>
    <cdr:to>
      <cdr:x>0.82744</cdr:x>
      <cdr:y>0.82922</cdr:y>
    </cdr:to>
    <cdr:grpSp>
      <cdr:nvGrpSpPr>
        <cdr:cNvPr id="5" name="Group 4">
          <a:extLst xmlns:a="http://schemas.openxmlformats.org/drawingml/2006/main">
            <a:ext uri="{FF2B5EF4-FFF2-40B4-BE49-F238E27FC236}">
              <a16:creationId xmlns:a16="http://schemas.microsoft.com/office/drawing/2014/main" id="{3314D1B6-65B9-7FD5-112C-6A61D71D6A70}"/>
            </a:ext>
          </a:extLst>
        </cdr:cNvPr>
        <cdr:cNvGrpSpPr/>
      </cdr:nvGrpSpPr>
      <cdr:grpSpPr>
        <a:xfrm xmlns:a="http://schemas.openxmlformats.org/drawingml/2006/main">
          <a:off x="1043689" y="1016157"/>
          <a:ext cx="2693503" cy="2093133"/>
          <a:chOff x="1248697" y="1215767"/>
          <a:chExt cx="3222640" cy="2504335"/>
        </a:xfrm>
      </cdr:grpSpPr>
      <cdr:sp macro="" textlink="">
        <cdr:nvSpPr>
          <cdr:cNvPr id="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BF9E5-4562-18B6-4E28-A66CBCF96BD3}"/>
              </a:ext>
            </a:extLst>
          </cdr:cNvPr>
          <cdr:cNvSpPr txBox="1"/>
        </cdr:nvSpPr>
        <cdr:spPr>
          <a:xfrm xmlns:a="http://schemas.openxmlformats.org/drawingml/2006/main">
            <a:off x="1248697" y="1215767"/>
            <a:ext cx="3222640" cy="161248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 anchor="b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50000"/>
              <a:buFont typeface="+mj-lt"/>
              <a:buNone/>
              <a:defRPr sz="14000" b="0" i="0" kern="1200" baseline="0">
                <a:solidFill>
                  <a:schemeClr val="tx1"/>
                </a:solidFill>
                <a:latin typeface="Chubb Publico Roman" panose="02040502060504060203" pitchFamily="18" charset="77"/>
                <a:ea typeface="+mn-ea"/>
                <a:cs typeface="+mn-cs"/>
              </a:defRPr>
            </a:lvl1pPr>
            <a:lvl2pPr marL="14400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+mj-lt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s-US" sz="76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Chubb Publico Light"/>
                <a:ea typeface="Chubb Publico Light"/>
                <a:cs typeface="Chubb Publico Light"/>
              </a:rPr>
              <a:t>XX%</a:t>
            </a:r>
          </a:p>
        </cdr:txBody>
      </cdr:sp>
      <cdr:sp macro="" textlink="">
        <cdr:nvSpPr>
          <cdr:cNvPr id="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2AFE51-656A-80C0-AAD0-DC499201DABA}"/>
              </a:ext>
            </a:extLst>
          </cdr:cNvPr>
          <cdr:cNvSpPr txBox="1"/>
        </cdr:nvSpPr>
        <cdr:spPr>
          <a:xfrm xmlns:a="http://schemas.openxmlformats.org/drawingml/2006/main">
            <a:off x="1726893" y="2783719"/>
            <a:ext cx="2153264" cy="936383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14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b="0" i="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</a:pP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Haga clic aquí para editar</a:t>
            </a:r>
            <a:br>
              <a:rPr sz="1200"/>
            </a:b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el texto del gráfico</a:t>
            </a:r>
            <a:endParaRPr lang="en-US" sz="1200">
              <a:latin typeface="Lato" panose="020F0502020204030203" pitchFamily="34" charset="77"/>
            </a:endParaRPr>
          </a:p>
        </cdr:txBody>
      </cdr:sp>
    </cdr:grp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0.23108</cdr:x>
      <cdr:y>0.271</cdr:y>
    </cdr:from>
    <cdr:to>
      <cdr:x>0.82744</cdr:x>
      <cdr:y>0.82922</cdr:y>
    </cdr:to>
    <cdr:grpSp>
      <cdr:nvGrpSpPr>
        <cdr:cNvPr id="5" name="Group 4">
          <a:extLst xmlns:a="http://schemas.openxmlformats.org/drawingml/2006/main">
            <a:ext uri="{FF2B5EF4-FFF2-40B4-BE49-F238E27FC236}">
              <a16:creationId xmlns:a16="http://schemas.microsoft.com/office/drawing/2014/main" id="{3314D1B6-65B9-7FD5-112C-6A61D71D6A70}"/>
            </a:ext>
          </a:extLst>
        </cdr:cNvPr>
        <cdr:cNvGrpSpPr/>
      </cdr:nvGrpSpPr>
      <cdr:grpSpPr>
        <a:xfrm xmlns:a="http://schemas.openxmlformats.org/drawingml/2006/main">
          <a:off x="1043689" y="1016157"/>
          <a:ext cx="2693503" cy="2093133"/>
          <a:chOff x="1248697" y="1215767"/>
          <a:chExt cx="3222640" cy="2504335"/>
        </a:xfrm>
      </cdr:grpSpPr>
      <cdr:sp macro="" textlink="">
        <cdr:nvSpPr>
          <cdr:cNvPr id="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BF9E5-4562-18B6-4E28-A66CBCF96BD3}"/>
              </a:ext>
            </a:extLst>
          </cdr:cNvPr>
          <cdr:cNvSpPr txBox="1"/>
        </cdr:nvSpPr>
        <cdr:spPr>
          <a:xfrm xmlns:a="http://schemas.openxmlformats.org/drawingml/2006/main">
            <a:off x="1248697" y="1215767"/>
            <a:ext cx="3222640" cy="161248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 anchor="b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50000"/>
              <a:buFont typeface="+mj-lt"/>
              <a:buNone/>
              <a:defRPr sz="14000" b="0" i="0" kern="1200" baseline="0">
                <a:solidFill>
                  <a:schemeClr val="tx1"/>
                </a:solidFill>
                <a:latin typeface="Chubb Publico Roman" panose="02040502060504060203" pitchFamily="18" charset="77"/>
                <a:ea typeface="+mn-ea"/>
                <a:cs typeface="+mn-cs"/>
              </a:defRPr>
            </a:lvl1pPr>
            <a:lvl2pPr marL="14400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+mj-lt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s-US" sz="76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Chubb Publico Light"/>
                <a:ea typeface="Chubb Publico Light"/>
                <a:cs typeface="Chubb Publico Light"/>
              </a:rPr>
              <a:t>XX%</a:t>
            </a:r>
          </a:p>
        </cdr:txBody>
      </cdr:sp>
      <cdr:sp macro="" textlink="">
        <cdr:nvSpPr>
          <cdr:cNvPr id="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2AFE51-656A-80C0-AAD0-DC499201DABA}"/>
              </a:ext>
            </a:extLst>
          </cdr:cNvPr>
          <cdr:cNvSpPr txBox="1"/>
        </cdr:nvSpPr>
        <cdr:spPr>
          <a:xfrm xmlns:a="http://schemas.openxmlformats.org/drawingml/2006/main">
            <a:off x="1726893" y="2783719"/>
            <a:ext cx="2153264" cy="936383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14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b="0" i="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</a:pP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Haga clic aquí para editar</a:t>
            </a:r>
            <a:br>
              <a:rPr sz="1200"/>
            </a:b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el texto del gráfico</a:t>
            </a:r>
            <a:endParaRPr lang="en-US" sz="1200">
              <a:latin typeface="Lato" panose="020F0502020204030203" pitchFamily="34" charset="77"/>
            </a:endParaRPr>
          </a:p>
        </cdr:txBody>
      </cdr:sp>
    </cdr:grp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0.23108</cdr:x>
      <cdr:y>0.271</cdr:y>
    </cdr:from>
    <cdr:to>
      <cdr:x>0.82744</cdr:x>
      <cdr:y>0.82922</cdr:y>
    </cdr:to>
    <cdr:grpSp>
      <cdr:nvGrpSpPr>
        <cdr:cNvPr id="5" name="Group 4">
          <a:extLst xmlns:a="http://schemas.openxmlformats.org/drawingml/2006/main">
            <a:ext uri="{FF2B5EF4-FFF2-40B4-BE49-F238E27FC236}">
              <a16:creationId xmlns:a16="http://schemas.microsoft.com/office/drawing/2014/main" id="{3314D1B6-65B9-7FD5-112C-6A61D71D6A70}"/>
            </a:ext>
          </a:extLst>
        </cdr:cNvPr>
        <cdr:cNvGrpSpPr/>
      </cdr:nvGrpSpPr>
      <cdr:grpSpPr>
        <a:xfrm xmlns:a="http://schemas.openxmlformats.org/drawingml/2006/main">
          <a:off x="1043689" y="1016157"/>
          <a:ext cx="2693503" cy="2093133"/>
          <a:chOff x="1248697" y="1215767"/>
          <a:chExt cx="3222640" cy="2504335"/>
        </a:xfrm>
      </cdr:grpSpPr>
      <cdr:sp macro="" textlink="">
        <cdr:nvSpPr>
          <cdr:cNvPr id="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BF9E5-4562-18B6-4E28-A66CBCF96BD3}"/>
              </a:ext>
            </a:extLst>
          </cdr:cNvPr>
          <cdr:cNvSpPr txBox="1"/>
        </cdr:nvSpPr>
        <cdr:spPr>
          <a:xfrm xmlns:a="http://schemas.openxmlformats.org/drawingml/2006/main">
            <a:off x="1248697" y="1215767"/>
            <a:ext cx="3222640" cy="161248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 anchor="b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50000"/>
              <a:buFont typeface="+mj-lt"/>
              <a:buNone/>
              <a:defRPr sz="14000" b="0" i="0" kern="1200" baseline="0">
                <a:solidFill>
                  <a:schemeClr val="tx1"/>
                </a:solidFill>
                <a:latin typeface="Chubb Publico Roman" panose="02040502060504060203" pitchFamily="18" charset="77"/>
                <a:ea typeface="+mn-ea"/>
                <a:cs typeface="+mn-cs"/>
              </a:defRPr>
            </a:lvl1pPr>
            <a:lvl2pPr marL="14400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+mj-lt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s-US" sz="76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Chubb Publico Light"/>
                <a:ea typeface="Chubb Publico Light"/>
                <a:cs typeface="Chubb Publico Light"/>
              </a:rPr>
              <a:t>XX%</a:t>
            </a:r>
          </a:p>
        </cdr:txBody>
      </cdr:sp>
      <cdr:sp macro="" textlink="">
        <cdr:nvSpPr>
          <cdr:cNvPr id="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2AFE51-656A-80C0-AAD0-DC499201DABA}"/>
              </a:ext>
            </a:extLst>
          </cdr:cNvPr>
          <cdr:cNvSpPr txBox="1"/>
        </cdr:nvSpPr>
        <cdr:spPr>
          <a:xfrm xmlns:a="http://schemas.openxmlformats.org/drawingml/2006/main">
            <a:off x="1726893" y="2783719"/>
            <a:ext cx="2153264" cy="936383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14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b="0" i="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</a:pP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Haga clic aquí para editar</a:t>
            </a:r>
            <a:br>
              <a:rPr sz="1200"/>
            </a:b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el texto del gráfico</a:t>
            </a:r>
            <a:endParaRPr lang="en-US" sz="1200">
              <a:latin typeface="Lato" panose="020F0502020204030203" pitchFamily="34" charset="77"/>
            </a:endParaRPr>
          </a:p>
        </cdr:txBody>
      </cdr:sp>
    </cdr:grp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0.23108</cdr:x>
      <cdr:y>0.271</cdr:y>
    </cdr:from>
    <cdr:to>
      <cdr:x>0.82744</cdr:x>
      <cdr:y>0.82922</cdr:y>
    </cdr:to>
    <cdr:grpSp>
      <cdr:nvGrpSpPr>
        <cdr:cNvPr id="5" name="Group 4">
          <a:extLst xmlns:a="http://schemas.openxmlformats.org/drawingml/2006/main">
            <a:ext uri="{FF2B5EF4-FFF2-40B4-BE49-F238E27FC236}">
              <a16:creationId xmlns:a16="http://schemas.microsoft.com/office/drawing/2014/main" id="{3314D1B6-65B9-7FD5-112C-6A61D71D6A70}"/>
            </a:ext>
          </a:extLst>
        </cdr:cNvPr>
        <cdr:cNvGrpSpPr/>
      </cdr:nvGrpSpPr>
      <cdr:grpSpPr>
        <a:xfrm xmlns:a="http://schemas.openxmlformats.org/drawingml/2006/main">
          <a:off x="1043689" y="1016157"/>
          <a:ext cx="2693503" cy="2093133"/>
          <a:chOff x="1248697" y="1215767"/>
          <a:chExt cx="3222640" cy="2504335"/>
        </a:xfrm>
      </cdr:grpSpPr>
      <cdr:sp macro="" textlink="">
        <cdr:nvSpPr>
          <cdr:cNvPr id="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BF9E5-4562-18B6-4E28-A66CBCF96BD3}"/>
              </a:ext>
            </a:extLst>
          </cdr:cNvPr>
          <cdr:cNvSpPr txBox="1"/>
        </cdr:nvSpPr>
        <cdr:spPr>
          <a:xfrm xmlns:a="http://schemas.openxmlformats.org/drawingml/2006/main">
            <a:off x="1248697" y="1215767"/>
            <a:ext cx="3222640" cy="161248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 anchor="b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50000"/>
              <a:buFont typeface="+mj-lt"/>
              <a:buNone/>
              <a:defRPr sz="14000" b="0" i="0" kern="1200" baseline="0">
                <a:solidFill>
                  <a:schemeClr val="tx1"/>
                </a:solidFill>
                <a:latin typeface="Chubb Publico Roman" panose="02040502060504060203" pitchFamily="18" charset="77"/>
                <a:ea typeface="+mn-ea"/>
                <a:cs typeface="+mn-cs"/>
              </a:defRPr>
            </a:lvl1pPr>
            <a:lvl2pPr marL="14400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+mj-lt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s-US" sz="76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Chubb Publico Light"/>
                <a:ea typeface="Chubb Publico Light"/>
                <a:cs typeface="Chubb Publico Light"/>
              </a:rPr>
              <a:t>XX%</a:t>
            </a:r>
          </a:p>
        </cdr:txBody>
      </cdr:sp>
      <cdr:sp macro="" textlink="">
        <cdr:nvSpPr>
          <cdr:cNvPr id="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2AFE51-656A-80C0-AAD0-DC499201DABA}"/>
              </a:ext>
            </a:extLst>
          </cdr:cNvPr>
          <cdr:cNvSpPr txBox="1"/>
        </cdr:nvSpPr>
        <cdr:spPr>
          <a:xfrm xmlns:a="http://schemas.openxmlformats.org/drawingml/2006/main">
            <a:off x="1726893" y="2783719"/>
            <a:ext cx="2153264" cy="936383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14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b="0" i="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</a:pP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Haga clic aquí para editar</a:t>
            </a:r>
            <a:br>
              <a:rPr sz="1200"/>
            </a:b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el texto del gráfico</a:t>
            </a:r>
            <a:endParaRPr lang="en-US" sz="1200">
              <a:latin typeface="Lato" panose="020F0502020204030203" pitchFamily="34" charset="77"/>
            </a:endParaRPr>
          </a:p>
        </cdr:txBody>
      </cdr:sp>
    </cdr:grp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0.23108</cdr:x>
      <cdr:y>0.271</cdr:y>
    </cdr:from>
    <cdr:to>
      <cdr:x>0.82744</cdr:x>
      <cdr:y>0.82922</cdr:y>
    </cdr:to>
    <cdr:grpSp>
      <cdr:nvGrpSpPr>
        <cdr:cNvPr id="5" name="Group 4">
          <a:extLst xmlns:a="http://schemas.openxmlformats.org/drawingml/2006/main">
            <a:ext uri="{FF2B5EF4-FFF2-40B4-BE49-F238E27FC236}">
              <a16:creationId xmlns:a16="http://schemas.microsoft.com/office/drawing/2014/main" id="{3314D1B6-65B9-7FD5-112C-6A61D71D6A70}"/>
            </a:ext>
          </a:extLst>
        </cdr:cNvPr>
        <cdr:cNvGrpSpPr/>
      </cdr:nvGrpSpPr>
      <cdr:grpSpPr>
        <a:xfrm xmlns:a="http://schemas.openxmlformats.org/drawingml/2006/main">
          <a:off x="1043689" y="1016157"/>
          <a:ext cx="2693503" cy="2093133"/>
          <a:chOff x="1248697" y="1215767"/>
          <a:chExt cx="3222640" cy="2504335"/>
        </a:xfrm>
      </cdr:grpSpPr>
      <cdr:sp macro="" textlink="">
        <cdr:nvSpPr>
          <cdr:cNvPr id="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BF9E5-4562-18B6-4E28-A66CBCF96BD3}"/>
              </a:ext>
            </a:extLst>
          </cdr:cNvPr>
          <cdr:cNvSpPr txBox="1"/>
        </cdr:nvSpPr>
        <cdr:spPr>
          <a:xfrm xmlns:a="http://schemas.openxmlformats.org/drawingml/2006/main">
            <a:off x="1248697" y="1215767"/>
            <a:ext cx="3222640" cy="161248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 anchor="b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50000"/>
              <a:buFont typeface="+mj-lt"/>
              <a:buNone/>
              <a:defRPr sz="14000" b="0" i="0" kern="1200" baseline="0">
                <a:solidFill>
                  <a:schemeClr val="tx1"/>
                </a:solidFill>
                <a:latin typeface="Chubb Publico Roman" panose="02040502060504060203" pitchFamily="18" charset="77"/>
                <a:ea typeface="+mn-ea"/>
                <a:cs typeface="+mn-cs"/>
              </a:defRPr>
            </a:lvl1pPr>
            <a:lvl2pPr marL="14400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+mj-lt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s-US" sz="76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Chubb Publico Light"/>
                <a:ea typeface="Chubb Publico Light"/>
                <a:cs typeface="Chubb Publico Light"/>
              </a:rPr>
              <a:t>XX%</a:t>
            </a:r>
          </a:p>
        </cdr:txBody>
      </cdr:sp>
      <cdr:sp macro="" textlink="">
        <cdr:nvSpPr>
          <cdr:cNvPr id="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2AFE51-656A-80C0-AAD0-DC499201DABA}"/>
              </a:ext>
            </a:extLst>
          </cdr:cNvPr>
          <cdr:cNvSpPr txBox="1"/>
        </cdr:nvSpPr>
        <cdr:spPr>
          <a:xfrm xmlns:a="http://schemas.openxmlformats.org/drawingml/2006/main">
            <a:off x="1726893" y="2783719"/>
            <a:ext cx="2153264" cy="936383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14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b="0" i="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</a:pP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Haga clic aquí para editar</a:t>
            </a:r>
            <a:br>
              <a:rPr sz="1200"/>
            </a:b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el texto del gráfico</a:t>
            </a:r>
            <a:endParaRPr lang="en-US" sz="1200">
              <a:latin typeface="Lato" panose="020F0502020204030203" pitchFamily="34" charset="77"/>
            </a:endParaRPr>
          </a:p>
        </cdr:txBody>
      </cdr:sp>
    </cdr:grp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0.23108</cdr:x>
      <cdr:y>0.271</cdr:y>
    </cdr:from>
    <cdr:to>
      <cdr:x>0.82744</cdr:x>
      <cdr:y>0.82922</cdr:y>
    </cdr:to>
    <cdr:grpSp>
      <cdr:nvGrpSpPr>
        <cdr:cNvPr id="5" name="Group 4">
          <a:extLst xmlns:a="http://schemas.openxmlformats.org/drawingml/2006/main">
            <a:ext uri="{FF2B5EF4-FFF2-40B4-BE49-F238E27FC236}">
              <a16:creationId xmlns:a16="http://schemas.microsoft.com/office/drawing/2014/main" id="{3314D1B6-65B9-7FD5-112C-6A61D71D6A70}"/>
            </a:ext>
          </a:extLst>
        </cdr:cNvPr>
        <cdr:cNvGrpSpPr/>
      </cdr:nvGrpSpPr>
      <cdr:grpSpPr>
        <a:xfrm xmlns:a="http://schemas.openxmlformats.org/drawingml/2006/main">
          <a:off x="1043689" y="1016157"/>
          <a:ext cx="2693503" cy="2093133"/>
          <a:chOff x="1248697" y="1215767"/>
          <a:chExt cx="3222640" cy="2504335"/>
        </a:xfrm>
      </cdr:grpSpPr>
      <cdr:sp macro="" textlink="">
        <cdr:nvSpPr>
          <cdr:cNvPr id="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BF9E5-4562-18B6-4E28-A66CBCF96BD3}"/>
              </a:ext>
            </a:extLst>
          </cdr:cNvPr>
          <cdr:cNvSpPr txBox="1"/>
        </cdr:nvSpPr>
        <cdr:spPr>
          <a:xfrm xmlns:a="http://schemas.openxmlformats.org/drawingml/2006/main">
            <a:off x="1248697" y="1215767"/>
            <a:ext cx="3222640" cy="161248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 anchor="b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50000"/>
              <a:buFont typeface="+mj-lt"/>
              <a:buNone/>
              <a:defRPr sz="14000" b="0" i="0" kern="1200" baseline="0">
                <a:solidFill>
                  <a:schemeClr val="tx1"/>
                </a:solidFill>
                <a:latin typeface="Chubb Publico Roman" panose="02040502060504060203" pitchFamily="18" charset="77"/>
                <a:ea typeface="+mn-ea"/>
                <a:cs typeface="+mn-cs"/>
              </a:defRPr>
            </a:lvl1pPr>
            <a:lvl2pPr marL="14400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+mj-lt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s-US" sz="76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Chubb Publico Light"/>
                <a:ea typeface="Chubb Publico Light"/>
                <a:cs typeface="Chubb Publico Light"/>
              </a:rPr>
              <a:t>XX%</a:t>
            </a:r>
          </a:p>
        </cdr:txBody>
      </cdr:sp>
      <cdr:sp macro="" textlink="">
        <cdr:nvSpPr>
          <cdr:cNvPr id="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2AFE51-656A-80C0-AAD0-DC499201DABA}"/>
              </a:ext>
            </a:extLst>
          </cdr:cNvPr>
          <cdr:cNvSpPr txBox="1"/>
        </cdr:nvSpPr>
        <cdr:spPr>
          <a:xfrm xmlns:a="http://schemas.openxmlformats.org/drawingml/2006/main">
            <a:off x="1726893" y="2783719"/>
            <a:ext cx="2153264" cy="936383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14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b="0" i="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</a:pP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Haga clic aquí para editar</a:t>
            </a:r>
            <a:br>
              <a:rPr sz="1200"/>
            </a:b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el texto del gráfico</a:t>
            </a:r>
            <a:endParaRPr lang="en-US" sz="1200">
              <a:latin typeface="Lato" panose="020F0502020204030203" pitchFamily="34" charset="77"/>
            </a:endParaRPr>
          </a:p>
        </cdr:txBody>
      </cdr:sp>
    </cdr:grpSp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0.23108</cdr:x>
      <cdr:y>0.271</cdr:y>
    </cdr:from>
    <cdr:to>
      <cdr:x>0.82744</cdr:x>
      <cdr:y>0.82922</cdr:y>
    </cdr:to>
    <cdr:grpSp>
      <cdr:nvGrpSpPr>
        <cdr:cNvPr id="5" name="Group 4">
          <a:extLst xmlns:a="http://schemas.openxmlformats.org/drawingml/2006/main">
            <a:ext uri="{FF2B5EF4-FFF2-40B4-BE49-F238E27FC236}">
              <a16:creationId xmlns:a16="http://schemas.microsoft.com/office/drawing/2014/main" id="{3314D1B6-65B9-7FD5-112C-6A61D71D6A70}"/>
            </a:ext>
          </a:extLst>
        </cdr:cNvPr>
        <cdr:cNvGrpSpPr/>
      </cdr:nvGrpSpPr>
      <cdr:grpSpPr>
        <a:xfrm xmlns:a="http://schemas.openxmlformats.org/drawingml/2006/main">
          <a:off x="1043689" y="1016157"/>
          <a:ext cx="2693503" cy="2093133"/>
          <a:chOff x="1248697" y="1215767"/>
          <a:chExt cx="3222640" cy="2504335"/>
        </a:xfrm>
      </cdr:grpSpPr>
      <cdr:sp macro="" textlink="">
        <cdr:nvSpPr>
          <cdr:cNvPr id="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BF9E5-4562-18B6-4E28-A66CBCF96BD3}"/>
              </a:ext>
            </a:extLst>
          </cdr:cNvPr>
          <cdr:cNvSpPr txBox="1"/>
        </cdr:nvSpPr>
        <cdr:spPr>
          <a:xfrm xmlns:a="http://schemas.openxmlformats.org/drawingml/2006/main">
            <a:off x="1248697" y="1215767"/>
            <a:ext cx="3222640" cy="161248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 anchor="b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50000"/>
              <a:buFont typeface="+mj-lt"/>
              <a:buNone/>
              <a:defRPr sz="14000" b="0" i="0" kern="1200" baseline="0">
                <a:solidFill>
                  <a:schemeClr val="tx1"/>
                </a:solidFill>
                <a:latin typeface="Chubb Publico Roman" panose="02040502060504060203" pitchFamily="18" charset="77"/>
                <a:ea typeface="+mn-ea"/>
                <a:cs typeface="+mn-cs"/>
              </a:defRPr>
            </a:lvl1pPr>
            <a:lvl2pPr marL="14400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+mj-lt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s-US" sz="76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Chubb Publico Light"/>
                <a:ea typeface="Chubb Publico Light"/>
                <a:cs typeface="Chubb Publico Light"/>
              </a:rPr>
              <a:t>XX%</a:t>
            </a:r>
          </a:p>
        </cdr:txBody>
      </cdr:sp>
      <cdr:sp macro="" textlink="">
        <cdr:nvSpPr>
          <cdr:cNvPr id="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2AFE51-656A-80C0-AAD0-DC499201DABA}"/>
              </a:ext>
            </a:extLst>
          </cdr:cNvPr>
          <cdr:cNvSpPr txBox="1"/>
        </cdr:nvSpPr>
        <cdr:spPr>
          <a:xfrm xmlns:a="http://schemas.openxmlformats.org/drawingml/2006/main">
            <a:off x="1726893" y="2783719"/>
            <a:ext cx="2153264" cy="936383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14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b="0" i="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</a:pP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Haga clic aquí para editar</a:t>
            </a:r>
            <a:br>
              <a:rPr sz="1200"/>
            </a:b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el texto del gráfico</a:t>
            </a:r>
            <a:endParaRPr lang="en-US" sz="1200">
              <a:latin typeface="Lato" panose="020F0502020204030203" pitchFamily="34" charset="77"/>
            </a:endParaRPr>
          </a:p>
        </cdr:txBody>
      </cdr:sp>
    </cdr:grpSp>
  </cdr:relSizeAnchor>
</c:userShapes>
</file>

<file path=ppt/drawings/drawing10.xml><?xml version="1.0" encoding="utf-8"?>
<c:userShapes xmlns:c="http://schemas.openxmlformats.org/drawingml/2006/chart">
  <cdr:relSizeAnchor xmlns:cdr="http://schemas.openxmlformats.org/drawingml/2006/chartDrawing">
    <cdr:from>
      <cdr:x>0.23108</cdr:x>
      <cdr:y>0.271</cdr:y>
    </cdr:from>
    <cdr:to>
      <cdr:x>0.82744</cdr:x>
      <cdr:y>0.82922</cdr:y>
    </cdr:to>
    <cdr:grpSp>
      <cdr:nvGrpSpPr>
        <cdr:cNvPr id="5" name="Group 4">
          <a:extLst xmlns:a="http://schemas.openxmlformats.org/drawingml/2006/main">
            <a:ext uri="{FF2B5EF4-FFF2-40B4-BE49-F238E27FC236}">
              <a16:creationId xmlns:a16="http://schemas.microsoft.com/office/drawing/2014/main" id="{3314D1B6-65B9-7FD5-112C-6A61D71D6A70}"/>
            </a:ext>
          </a:extLst>
        </cdr:cNvPr>
        <cdr:cNvGrpSpPr/>
      </cdr:nvGrpSpPr>
      <cdr:grpSpPr>
        <a:xfrm xmlns:a="http://schemas.openxmlformats.org/drawingml/2006/main">
          <a:off x="1043689" y="1016157"/>
          <a:ext cx="2693503" cy="2093133"/>
          <a:chOff x="1248697" y="1215767"/>
          <a:chExt cx="3222640" cy="2504335"/>
        </a:xfrm>
      </cdr:grpSpPr>
      <cdr:sp macro="" textlink="">
        <cdr:nvSpPr>
          <cdr:cNvPr id="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BF9E5-4562-18B6-4E28-A66CBCF96BD3}"/>
              </a:ext>
            </a:extLst>
          </cdr:cNvPr>
          <cdr:cNvSpPr txBox="1"/>
        </cdr:nvSpPr>
        <cdr:spPr>
          <a:xfrm xmlns:a="http://schemas.openxmlformats.org/drawingml/2006/main">
            <a:off x="1248697" y="1215767"/>
            <a:ext cx="3222640" cy="161248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 anchor="b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50000"/>
              <a:buFont typeface="+mj-lt"/>
              <a:buNone/>
              <a:defRPr sz="14000" b="0" i="0" kern="1200" baseline="0">
                <a:solidFill>
                  <a:schemeClr val="tx1"/>
                </a:solidFill>
                <a:latin typeface="Chubb Publico Roman" panose="02040502060504060203" pitchFamily="18" charset="77"/>
                <a:ea typeface="+mn-ea"/>
                <a:cs typeface="+mn-cs"/>
              </a:defRPr>
            </a:lvl1pPr>
            <a:lvl2pPr marL="14400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+mj-lt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s-US" sz="76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Chubb Publico Light"/>
                <a:ea typeface="Chubb Publico Light"/>
                <a:cs typeface="Chubb Publico Light"/>
              </a:rPr>
              <a:t>XX%</a:t>
            </a:r>
          </a:p>
        </cdr:txBody>
      </cdr:sp>
      <cdr:sp macro="" textlink="">
        <cdr:nvSpPr>
          <cdr:cNvPr id="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2AFE51-656A-80C0-AAD0-DC499201DABA}"/>
              </a:ext>
            </a:extLst>
          </cdr:cNvPr>
          <cdr:cNvSpPr txBox="1"/>
        </cdr:nvSpPr>
        <cdr:spPr>
          <a:xfrm xmlns:a="http://schemas.openxmlformats.org/drawingml/2006/main">
            <a:off x="1726893" y="2783719"/>
            <a:ext cx="2153264" cy="936383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14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b="0" i="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</a:pP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Haga clic aquí para editar</a:t>
            </a:r>
            <a:br>
              <a:rPr sz="1200"/>
            </a:b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el texto del gráfico</a:t>
            </a:r>
            <a:endParaRPr lang="en-US" sz="1200">
              <a:latin typeface="Lato" panose="020F0502020204030203" pitchFamily="34" charset="77"/>
            </a:endParaRPr>
          </a:p>
        </cdr:txBody>
      </cdr:sp>
    </cdr:grpSp>
  </cdr:relSizeAnchor>
</c:userShapes>
</file>

<file path=ppt/drawings/drawing11.xml><?xml version="1.0" encoding="utf-8"?>
<c:userShapes xmlns:c="http://schemas.openxmlformats.org/drawingml/2006/chart">
  <cdr:relSizeAnchor xmlns:cdr="http://schemas.openxmlformats.org/drawingml/2006/chartDrawing">
    <cdr:from>
      <cdr:x>0.23108</cdr:x>
      <cdr:y>0.271</cdr:y>
    </cdr:from>
    <cdr:to>
      <cdr:x>0.82744</cdr:x>
      <cdr:y>0.82922</cdr:y>
    </cdr:to>
    <cdr:grpSp>
      <cdr:nvGrpSpPr>
        <cdr:cNvPr id="5" name="Group 4">
          <a:extLst xmlns:a="http://schemas.openxmlformats.org/drawingml/2006/main">
            <a:ext uri="{FF2B5EF4-FFF2-40B4-BE49-F238E27FC236}">
              <a16:creationId xmlns:a16="http://schemas.microsoft.com/office/drawing/2014/main" id="{3314D1B6-65B9-7FD5-112C-6A61D71D6A70}"/>
            </a:ext>
          </a:extLst>
        </cdr:cNvPr>
        <cdr:cNvGrpSpPr/>
      </cdr:nvGrpSpPr>
      <cdr:grpSpPr>
        <a:xfrm xmlns:a="http://schemas.openxmlformats.org/drawingml/2006/main">
          <a:off x="1043689" y="1016157"/>
          <a:ext cx="2693503" cy="2093133"/>
          <a:chOff x="1248697" y="1215767"/>
          <a:chExt cx="3222640" cy="2504335"/>
        </a:xfrm>
      </cdr:grpSpPr>
      <cdr:sp macro="" textlink="">
        <cdr:nvSpPr>
          <cdr:cNvPr id="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BF9E5-4562-18B6-4E28-A66CBCF96BD3}"/>
              </a:ext>
            </a:extLst>
          </cdr:cNvPr>
          <cdr:cNvSpPr txBox="1"/>
        </cdr:nvSpPr>
        <cdr:spPr>
          <a:xfrm xmlns:a="http://schemas.openxmlformats.org/drawingml/2006/main">
            <a:off x="1248697" y="1215767"/>
            <a:ext cx="3222640" cy="161248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 anchor="b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50000"/>
              <a:buFont typeface="+mj-lt"/>
              <a:buNone/>
              <a:defRPr sz="14000" b="0" i="0" kern="1200" baseline="0">
                <a:solidFill>
                  <a:schemeClr val="tx1"/>
                </a:solidFill>
                <a:latin typeface="Chubb Publico Roman" panose="02040502060504060203" pitchFamily="18" charset="77"/>
                <a:ea typeface="+mn-ea"/>
                <a:cs typeface="+mn-cs"/>
              </a:defRPr>
            </a:lvl1pPr>
            <a:lvl2pPr marL="14400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+mj-lt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s-US" sz="76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Chubb Publico Light"/>
                <a:ea typeface="Chubb Publico Light"/>
                <a:cs typeface="Chubb Publico Light"/>
              </a:rPr>
              <a:t>XX%</a:t>
            </a:r>
          </a:p>
        </cdr:txBody>
      </cdr:sp>
      <cdr:sp macro="" textlink="">
        <cdr:nvSpPr>
          <cdr:cNvPr id="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2AFE51-656A-80C0-AAD0-DC499201DABA}"/>
              </a:ext>
            </a:extLst>
          </cdr:cNvPr>
          <cdr:cNvSpPr txBox="1"/>
        </cdr:nvSpPr>
        <cdr:spPr>
          <a:xfrm xmlns:a="http://schemas.openxmlformats.org/drawingml/2006/main">
            <a:off x="1726893" y="2783719"/>
            <a:ext cx="2153264" cy="936383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14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b="0" i="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</a:pP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Haga clic aquí para editar</a:t>
            </a:r>
            <a:br>
              <a:rPr sz="1200"/>
            </a:b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el texto del gráfico</a:t>
            </a:r>
            <a:endParaRPr lang="en-US" sz="1200">
              <a:latin typeface="Lato" panose="020F0502020204030203" pitchFamily="34" charset="77"/>
            </a:endParaRPr>
          </a:p>
        </cdr:txBody>
      </cdr:sp>
    </cdr:grpSp>
  </cdr:relSizeAnchor>
</c:userShapes>
</file>

<file path=ppt/drawings/drawing12.xml><?xml version="1.0" encoding="utf-8"?>
<c:userShapes xmlns:c="http://schemas.openxmlformats.org/drawingml/2006/chart">
  <cdr:relSizeAnchor xmlns:cdr="http://schemas.openxmlformats.org/drawingml/2006/chartDrawing">
    <cdr:from>
      <cdr:x>0.23108</cdr:x>
      <cdr:y>0.271</cdr:y>
    </cdr:from>
    <cdr:to>
      <cdr:x>0.82744</cdr:x>
      <cdr:y>0.82922</cdr:y>
    </cdr:to>
    <cdr:grpSp>
      <cdr:nvGrpSpPr>
        <cdr:cNvPr id="5" name="Group 4">
          <a:extLst xmlns:a="http://schemas.openxmlformats.org/drawingml/2006/main">
            <a:ext uri="{FF2B5EF4-FFF2-40B4-BE49-F238E27FC236}">
              <a16:creationId xmlns:a16="http://schemas.microsoft.com/office/drawing/2014/main" id="{3314D1B6-65B9-7FD5-112C-6A61D71D6A70}"/>
            </a:ext>
          </a:extLst>
        </cdr:cNvPr>
        <cdr:cNvGrpSpPr/>
      </cdr:nvGrpSpPr>
      <cdr:grpSpPr>
        <a:xfrm xmlns:a="http://schemas.openxmlformats.org/drawingml/2006/main">
          <a:off x="1043689" y="1016157"/>
          <a:ext cx="2693503" cy="2093133"/>
          <a:chOff x="1248697" y="1215767"/>
          <a:chExt cx="3222640" cy="2504335"/>
        </a:xfrm>
      </cdr:grpSpPr>
      <cdr:sp macro="" textlink="">
        <cdr:nvSpPr>
          <cdr:cNvPr id="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BF9E5-4562-18B6-4E28-A66CBCF96BD3}"/>
              </a:ext>
            </a:extLst>
          </cdr:cNvPr>
          <cdr:cNvSpPr txBox="1"/>
        </cdr:nvSpPr>
        <cdr:spPr>
          <a:xfrm xmlns:a="http://schemas.openxmlformats.org/drawingml/2006/main">
            <a:off x="1248697" y="1215767"/>
            <a:ext cx="3222640" cy="161248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 anchor="b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50000"/>
              <a:buFont typeface="+mj-lt"/>
              <a:buNone/>
              <a:defRPr sz="14000" b="0" i="0" kern="1200" baseline="0">
                <a:solidFill>
                  <a:schemeClr val="tx1"/>
                </a:solidFill>
                <a:latin typeface="Chubb Publico Roman" panose="02040502060504060203" pitchFamily="18" charset="77"/>
                <a:ea typeface="+mn-ea"/>
                <a:cs typeface="+mn-cs"/>
              </a:defRPr>
            </a:lvl1pPr>
            <a:lvl2pPr marL="14400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+mj-lt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s-US" sz="76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Chubb Publico Light"/>
                <a:ea typeface="Chubb Publico Light"/>
                <a:cs typeface="Chubb Publico Light"/>
              </a:rPr>
              <a:t>XX%</a:t>
            </a:r>
          </a:p>
        </cdr:txBody>
      </cdr:sp>
      <cdr:sp macro="" textlink="">
        <cdr:nvSpPr>
          <cdr:cNvPr id="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2AFE51-656A-80C0-AAD0-DC499201DABA}"/>
              </a:ext>
            </a:extLst>
          </cdr:cNvPr>
          <cdr:cNvSpPr txBox="1"/>
        </cdr:nvSpPr>
        <cdr:spPr>
          <a:xfrm xmlns:a="http://schemas.openxmlformats.org/drawingml/2006/main">
            <a:off x="1726893" y="2783719"/>
            <a:ext cx="2153264" cy="936383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14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b="0" i="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</a:pP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Haga clic aquí para editar</a:t>
            </a:r>
            <a:br>
              <a:rPr sz="1200"/>
            </a:b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el texto del gráfico</a:t>
            </a:r>
            <a:endParaRPr lang="en-US" sz="1200">
              <a:latin typeface="Lato" panose="020F0502020204030203" pitchFamily="34" charset="77"/>
            </a:endParaRPr>
          </a:p>
        </cdr:txBody>
      </cdr:sp>
    </cdr:grpSp>
  </cdr:relSizeAnchor>
</c:userShapes>
</file>

<file path=ppt/drawings/drawing13.xml><?xml version="1.0" encoding="utf-8"?>
<c:userShapes xmlns:c="http://schemas.openxmlformats.org/drawingml/2006/chart">
  <cdr:relSizeAnchor xmlns:cdr="http://schemas.openxmlformats.org/drawingml/2006/chartDrawing">
    <cdr:from>
      <cdr:x>0.23108</cdr:x>
      <cdr:y>0.271</cdr:y>
    </cdr:from>
    <cdr:to>
      <cdr:x>0.82744</cdr:x>
      <cdr:y>0.82922</cdr:y>
    </cdr:to>
    <cdr:grpSp>
      <cdr:nvGrpSpPr>
        <cdr:cNvPr id="5" name="Group 4">
          <a:extLst xmlns:a="http://schemas.openxmlformats.org/drawingml/2006/main">
            <a:ext uri="{FF2B5EF4-FFF2-40B4-BE49-F238E27FC236}">
              <a16:creationId xmlns:a16="http://schemas.microsoft.com/office/drawing/2014/main" id="{3314D1B6-65B9-7FD5-112C-6A61D71D6A70}"/>
            </a:ext>
          </a:extLst>
        </cdr:cNvPr>
        <cdr:cNvGrpSpPr/>
      </cdr:nvGrpSpPr>
      <cdr:grpSpPr>
        <a:xfrm xmlns:a="http://schemas.openxmlformats.org/drawingml/2006/main">
          <a:off x="1043689" y="1016157"/>
          <a:ext cx="2693503" cy="2093133"/>
          <a:chOff x="1248697" y="1215767"/>
          <a:chExt cx="3222640" cy="2504335"/>
        </a:xfrm>
      </cdr:grpSpPr>
      <cdr:sp macro="" textlink="">
        <cdr:nvSpPr>
          <cdr:cNvPr id="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BF9E5-4562-18B6-4E28-A66CBCF96BD3}"/>
              </a:ext>
            </a:extLst>
          </cdr:cNvPr>
          <cdr:cNvSpPr txBox="1"/>
        </cdr:nvSpPr>
        <cdr:spPr>
          <a:xfrm xmlns:a="http://schemas.openxmlformats.org/drawingml/2006/main">
            <a:off x="1248697" y="1215767"/>
            <a:ext cx="3222640" cy="161248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 anchor="b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50000"/>
              <a:buFont typeface="+mj-lt"/>
              <a:buNone/>
              <a:defRPr sz="14000" b="0" i="0" kern="1200" baseline="0">
                <a:solidFill>
                  <a:schemeClr val="tx1"/>
                </a:solidFill>
                <a:latin typeface="Chubb Publico Roman" panose="02040502060504060203" pitchFamily="18" charset="77"/>
                <a:ea typeface="+mn-ea"/>
                <a:cs typeface="+mn-cs"/>
              </a:defRPr>
            </a:lvl1pPr>
            <a:lvl2pPr marL="14400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+mj-lt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s-US" sz="76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Chubb Publico Light"/>
                <a:ea typeface="Chubb Publico Light"/>
                <a:cs typeface="Chubb Publico Light"/>
              </a:rPr>
              <a:t>XX%</a:t>
            </a:r>
          </a:p>
        </cdr:txBody>
      </cdr:sp>
      <cdr:sp macro="" textlink="">
        <cdr:nvSpPr>
          <cdr:cNvPr id="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2AFE51-656A-80C0-AAD0-DC499201DABA}"/>
              </a:ext>
            </a:extLst>
          </cdr:cNvPr>
          <cdr:cNvSpPr txBox="1"/>
        </cdr:nvSpPr>
        <cdr:spPr>
          <a:xfrm xmlns:a="http://schemas.openxmlformats.org/drawingml/2006/main">
            <a:off x="1726893" y="2783719"/>
            <a:ext cx="2153264" cy="936383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14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b="0" i="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</a:pP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Haga clic aquí para editar</a:t>
            </a:r>
            <a:br>
              <a:rPr sz="1200"/>
            </a:b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el texto del gráfico</a:t>
            </a:r>
            <a:endParaRPr lang="en-US" sz="1200">
              <a:latin typeface="Lato" panose="020F0502020204030203" pitchFamily="34" charset="77"/>
            </a:endParaRPr>
          </a:p>
        </cdr:txBody>
      </cdr:sp>
    </cdr:grpSp>
  </cdr:relSizeAnchor>
</c:userShapes>
</file>

<file path=ppt/drawings/drawing14.xml><?xml version="1.0" encoding="utf-8"?>
<c:userShapes xmlns:c="http://schemas.openxmlformats.org/drawingml/2006/chart">
  <cdr:relSizeAnchor xmlns:cdr="http://schemas.openxmlformats.org/drawingml/2006/chartDrawing">
    <cdr:from>
      <cdr:x>0.23108</cdr:x>
      <cdr:y>0.271</cdr:y>
    </cdr:from>
    <cdr:to>
      <cdr:x>0.82744</cdr:x>
      <cdr:y>0.82922</cdr:y>
    </cdr:to>
    <cdr:grpSp>
      <cdr:nvGrpSpPr>
        <cdr:cNvPr id="5" name="Group 4">
          <a:extLst xmlns:a="http://schemas.openxmlformats.org/drawingml/2006/main">
            <a:ext uri="{FF2B5EF4-FFF2-40B4-BE49-F238E27FC236}">
              <a16:creationId xmlns:a16="http://schemas.microsoft.com/office/drawing/2014/main" id="{3314D1B6-65B9-7FD5-112C-6A61D71D6A70}"/>
            </a:ext>
          </a:extLst>
        </cdr:cNvPr>
        <cdr:cNvGrpSpPr/>
      </cdr:nvGrpSpPr>
      <cdr:grpSpPr>
        <a:xfrm xmlns:a="http://schemas.openxmlformats.org/drawingml/2006/main">
          <a:off x="1043689" y="1016157"/>
          <a:ext cx="2693503" cy="2093133"/>
          <a:chOff x="1248697" y="1215767"/>
          <a:chExt cx="3222640" cy="2504335"/>
        </a:xfrm>
      </cdr:grpSpPr>
      <cdr:sp macro="" textlink="">
        <cdr:nvSpPr>
          <cdr:cNvPr id="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BF9E5-4562-18B6-4E28-A66CBCF96BD3}"/>
              </a:ext>
            </a:extLst>
          </cdr:cNvPr>
          <cdr:cNvSpPr txBox="1"/>
        </cdr:nvSpPr>
        <cdr:spPr>
          <a:xfrm xmlns:a="http://schemas.openxmlformats.org/drawingml/2006/main">
            <a:off x="1248697" y="1215767"/>
            <a:ext cx="3222640" cy="161248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 anchor="b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50000"/>
              <a:buFont typeface="+mj-lt"/>
              <a:buNone/>
              <a:defRPr sz="14000" b="0" i="0" kern="1200" baseline="0">
                <a:solidFill>
                  <a:schemeClr val="tx1"/>
                </a:solidFill>
                <a:latin typeface="Chubb Publico Roman" panose="02040502060504060203" pitchFamily="18" charset="77"/>
                <a:ea typeface="+mn-ea"/>
                <a:cs typeface="+mn-cs"/>
              </a:defRPr>
            </a:lvl1pPr>
            <a:lvl2pPr marL="14400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+mj-lt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s-US" sz="76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Chubb Publico Light"/>
                <a:ea typeface="Chubb Publico Light"/>
                <a:cs typeface="Chubb Publico Light"/>
              </a:rPr>
              <a:t>XX%</a:t>
            </a:r>
          </a:p>
        </cdr:txBody>
      </cdr:sp>
      <cdr:sp macro="" textlink="">
        <cdr:nvSpPr>
          <cdr:cNvPr id="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2AFE51-656A-80C0-AAD0-DC499201DABA}"/>
              </a:ext>
            </a:extLst>
          </cdr:cNvPr>
          <cdr:cNvSpPr txBox="1"/>
        </cdr:nvSpPr>
        <cdr:spPr>
          <a:xfrm xmlns:a="http://schemas.openxmlformats.org/drawingml/2006/main">
            <a:off x="1726893" y="2783719"/>
            <a:ext cx="2153264" cy="936383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14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77"/>
              <a:buChar char="–"/>
              <a:defRPr sz="1600" b="0" i="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</a:pP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Haga clic aquí para editar</a:t>
            </a:r>
            <a:br>
              <a:rPr sz="1200"/>
            </a:br>
            <a:r>
              <a:rPr lang="es-US" sz="1200" b="0" i="0" u="none" strike="noStrike" cap="none" baseline="0">
                <a:solidFill>
                  <a:srgbClr val="000000"/>
                </a:solidFill>
                <a:effectLst/>
                <a:uFill>
                  <a:solidFill>
                    <a:prstClr val="black">
                      <a:alpha val="0"/>
                    </a:prstClr>
                  </a:solidFill>
                </a:uFill>
                <a:latin typeface="Lato"/>
                <a:ea typeface="Lato"/>
                <a:cs typeface="Lato"/>
              </a:rPr>
              <a:t>el texto del gráfico</a:t>
            </a:r>
            <a:endParaRPr lang="en-US" sz="1200">
              <a:latin typeface="Lato" panose="020F0502020204030203" pitchFamily="34" charset="77"/>
            </a:endParaRPr>
          </a:p>
        </cdr:txBody>
      </cdr:sp>
    </cdr:grpSp>
  </cdr:relSizeAnchor>
</c:userShapes>
</file>

<file path=ppt/drawings/drawing15.xml><?xml version="1.0" encoding="utf-8"?>
<c:userShapes xmlns:c="http://schemas.openxmlformats.org/drawingml/2006/chart">
  <cdr:relSizeAnchor xmlns:cdr="http://schemas.openxmlformats.org/drawingml/2006/chartDrawing">
    <cdr:from>
      <cdr:x>0.23108</cdr:x>
      <cdr:y>0.271</cdr:y>
    </cdr:from>
    <cdr:to>
      <cdr:x>0.82744</cdr:x>
      <cdr:y>0.82922</cdr:y>
    </cdr:to>
    <cdr:grpSp>
      <cdr:nvGrpSpPr>
        <cdr:cNvPr id="5" name="Group 4">
          <a:extLst xmlns:a="http://schemas.openxmlformats.org/drawingml/2006/main">
            <a:ext uri="{FF2B5EF4-FFF2-40B4-BE49-F238E27FC236}">
              <a16:creationId xmlns:a16="http://schemas.microsoft.com/office/drawing/2014/main" id="{3314D1B6-65B9-7FD5-112C-6A61D71D6A70}"/>
            </a:ext>
          </a:extLst>
        </cdr:cNvPr>
        <cdr:cNvGrpSpPr/>
      </cdr:nvGrpSpPr>
      <cdr:grpSpPr>
        <a:xfrm xmlns:a="http://schemas.openxmlformats.org/drawingml/2006/main">
          <a:off x="1043689" y="1016157"/>
          <a:ext cx="2693503" cy="2093133"/>
          <a:chOff x="1248697" y="1215767"/>
          <a:chExt cx="3222640" cy="2504335"/>
        </a:xfrm>
      </cdr:grpSpPr>
      <cdr:sp macro="" textlink="">
        <cdr:nvSpPr>
          <cdr:cNvPr id="3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BF9E5-4562-18B6-4E28-A66CBCF96BD3}"/>
              </a:ext>
            </a:extLst>
          </cdr:cNvPr>
          <cdr:cNvSpPr txBox="1">
            <a:spLocks xmlns:a="http://schemas.openxmlformats.org/drawingml/2006/main"/>
          </cdr:cNvSpPr>
        </cdr:nvSpPr>
        <cdr:spPr>
          <a:xfrm xmlns:a="http://schemas.openxmlformats.org/drawingml/2006/main">
            <a:off x="1248697" y="1215767"/>
            <a:ext cx="3222640" cy="161248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 anchor="b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50000"/>
              <a:buFont typeface="+mj-lt"/>
              <a:buNone/>
              <a:tabLst/>
              <a:defRPr sz="14000" b="0" i="0" kern="1200" baseline="0">
                <a:solidFill>
                  <a:schemeClr val="tx1"/>
                </a:solidFill>
                <a:latin typeface="Chubb Publico Roman" panose="02040502060504060203" pitchFamily="18" charset="0"/>
                <a:ea typeface="+mn-ea"/>
                <a:cs typeface="+mn-cs"/>
              </a:defRPr>
            </a:lvl1pPr>
            <a:lvl2pPr marL="14400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+mj-lt"/>
              <a:buNone/>
              <a:tabLst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7600" b="0" i="0" dirty="0">
                <a:latin typeface="Chubb Publico Light" panose="02040302060504060203" pitchFamily="18" charset="77"/>
              </a:rPr>
              <a:t>XX%</a:t>
            </a:r>
          </a:p>
        </cdr:txBody>
      </cdr:sp>
      <cdr:sp macro="" textlink="">
        <cdr:nvSpPr>
          <cdr:cNvPr id="4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2AFE51-656A-80C0-AAD0-DC499201DABA}"/>
              </a:ext>
            </a:extLst>
          </cdr:cNvPr>
          <cdr:cNvSpPr txBox="1">
            <a:spLocks xmlns:a="http://schemas.openxmlformats.org/drawingml/2006/main"/>
          </cdr:cNvSpPr>
        </cdr:nvSpPr>
        <cdr:spPr>
          <a:xfrm xmlns:a="http://schemas.openxmlformats.org/drawingml/2006/main">
            <a:off x="1726893" y="2783719"/>
            <a:ext cx="2153264" cy="936383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0"/>
              <a:buChar char="–"/>
              <a:defRPr sz="1600" b="0" i="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</a:pPr>
            <a:r>
              <a:rPr lang="en-GB" sz="1200" dirty="0">
                <a:latin typeface="Lato" panose="020F0502020204030203" pitchFamily="34" charset="77"/>
              </a:rPr>
              <a:t>Click to edit</a:t>
            </a:r>
            <a:br>
              <a:rPr lang="en-GB" sz="1200" dirty="0">
                <a:latin typeface="Lato" panose="020F0502020204030203" pitchFamily="34" charset="77"/>
              </a:rPr>
            </a:br>
            <a:r>
              <a:rPr lang="en-GB" sz="1200" dirty="0">
                <a:latin typeface="Lato" panose="020F0502020204030203" pitchFamily="34" charset="77"/>
              </a:rPr>
              <a:t>graph text</a:t>
            </a:r>
            <a:r>
              <a:rPr lang="en-GB" sz="1200" baseline="0" dirty="0">
                <a:latin typeface="Lato" panose="020F0502020204030203" pitchFamily="34" charset="77"/>
              </a:rPr>
              <a:t> here</a:t>
            </a:r>
            <a:endParaRPr lang="en-US" sz="1200" dirty="0">
              <a:latin typeface="Lato" panose="020F0502020204030203" pitchFamily="34" charset="77"/>
            </a:endParaRPr>
          </a:p>
        </cdr:txBody>
      </cdr:sp>
    </cdr:grpSp>
  </cdr:relSizeAnchor>
</c:userShapes>
</file>

<file path=ppt/drawings/drawing16.xml><?xml version="1.0" encoding="utf-8"?>
<c:userShapes xmlns:c="http://schemas.openxmlformats.org/drawingml/2006/chart">
  <cdr:relSizeAnchor xmlns:cdr="http://schemas.openxmlformats.org/drawingml/2006/chartDrawing">
    <cdr:from>
      <cdr:x>0.23108</cdr:x>
      <cdr:y>0.271</cdr:y>
    </cdr:from>
    <cdr:to>
      <cdr:x>0.82744</cdr:x>
      <cdr:y>0.82922</cdr:y>
    </cdr:to>
    <cdr:grpSp>
      <cdr:nvGrpSpPr>
        <cdr:cNvPr id="5" name="Group 4">
          <a:extLst xmlns:a="http://schemas.openxmlformats.org/drawingml/2006/main">
            <a:ext uri="{FF2B5EF4-FFF2-40B4-BE49-F238E27FC236}">
              <a16:creationId xmlns:a16="http://schemas.microsoft.com/office/drawing/2014/main" id="{3314D1B6-65B9-7FD5-112C-6A61D71D6A70}"/>
            </a:ext>
          </a:extLst>
        </cdr:cNvPr>
        <cdr:cNvGrpSpPr/>
      </cdr:nvGrpSpPr>
      <cdr:grpSpPr>
        <a:xfrm xmlns:a="http://schemas.openxmlformats.org/drawingml/2006/main">
          <a:off x="1043689" y="1016157"/>
          <a:ext cx="2693503" cy="2093133"/>
          <a:chOff x="1248697" y="1215767"/>
          <a:chExt cx="3222640" cy="2504335"/>
        </a:xfrm>
      </cdr:grpSpPr>
      <cdr:sp macro="" textlink="">
        <cdr:nvSpPr>
          <cdr:cNvPr id="3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BF9E5-4562-18B6-4E28-A66CBCF96BD3}"/>
              </a:ext>
            </a:extLst>
          </cdr:cNvPr>
          <cdr:cNvSpPr txBox="1">
            <a:spLocks xmlns:a="http://schemas.openxmlformats.org/drawingml/2006/main"/>
          </cdr:cNvSpPr>
        </cdr:nvSpPr>
        <cdr:spPr>
          <a:xfrm xmlns:a="http://schemas.openxmlformats.org/drawingml/2006/main">
            <a:off x="1248697" y="1215767"/>
            <a:ext cx="3222640" cy="1612489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 anchor="b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ClrTx/>
              <a:buSzPct val="150000"/>
              <a:buFont typeface="+mj-lt"/>
              <a:buNone/>
              <a:tabLst/>
              <a:defRPr sz="14000" b="0" i="0" kern="1200" baseline="0">
                <a:solidFill>
                  <a:schemeClr val="tx1"/>
                </a:solidFill>
                <a:latin typeface="Chubb Publico Roman" panose="02040502060504060203" pitchFamily="18" charset="0"/>
                <a:ea typeface="+mn-ea"/>
                <a:cs typeface="+mn-cs"/>
              </a:defRPr>
            </a:lvl1pPr>
            <a:lvl2pPr marL="14400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+mj-lt"/>
              <a:buNone/>
              <a:tabLst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7600" b="0" i="0" dirty="0">
                <a:latin typeface="Chubb Publico Light" panose="02040302060504060203" pitchFamily="18" charset="77"/>
              </a:rPr>
              <a:t>XX%</a:t>
            </a:r>
          </a:p>
        </cdr:txBody>
      </cdr:sp>
      <cdr:sp macro="" textlink="">
        <cdr:nvSpPr>
          <cdr:cNvPr id="4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2AFE51-656A-80C0-AAD0-DC499201DABA}"/>
              </a:ext>
            </a:extLst>
          </cdr:cNvPr>
          <cdr:cNvSpPr txBox="1">
            <a:spLocks xmlns:a="http://schemas.openxmlformats.org/drawingml/2006/main"/>
          </cdr:cNvSpPr>
        </cdr:nvSpPr>
        <cdr:spPr>
          <a:xfrm xmlns:a="http://schemas.openxmlformats.org/drawingml/2006/main">
            <a:off x="1726893" y="2783719"/>
            <a:ext cx="2153264" cy="936383"/>
          </a:xfrm>
          <a:prstGeom xmlns:a="http://schemas.openxmlformats.org/drawingml/2006/main" prst="rect">
            <a:avLst/>
          </a:prstGeom>
        </cdr:spPr>
        <cdr:txBody>
          <a:bodyPr xmlns:a="http://schemas.openxmlformats.org/drawingml/2006/main" vert="horz" lIns="0" tIns="0" rIns="0" bIns="0" rtlCol="0">
            <a:noAutofit/>
          </a:bodyPr>
          <a:lstStyle xmlns:a="http://schemas.openxmlformats.org/drawingml/2006/main">
            <a:defPPr>
              <a:defRPr lang="en-US"/>
            </a:defPPr>
            <a:lvl1pPr marL="0" marR="0" indent="0" algn="ctr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Lato" panose="020F0502020204030203" pitchFamily="34" charset="0"/>
              <a:buChar char="–"/>
              <a:defRPr sz="1600" b="0" i="0" kern="120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Chubb Publico Office" pitchFamily="2" charset="0"/>
              <a:buNone/>
              <a:defRPr sz="18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  <a:buFont typeface="Chubb Publico Office" pitchFamily="2" charset="0"/>
              <a:buNone/>
              <a:defRPr sz="1600" b="0" i="0" kern="1200" baseline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  <a:lvl6pPr marL="864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52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6000" indent="-1440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Chubb Publico Office" pitchFamily="2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</a:pPr>
            <a:r>
              <a:rPr lang="en-GB" sz="1200" dirty="0">
                <a:latin typeface="Lato" panose="020F0502020204030203" pitchFamily="34" charset="77"/>
              </a:rPr>
              <a:t>Click to edit</a:t>
            </a:r>
            <a:br>
              <a:rPr lang="en-GB" sz="1200" dirty="0">
                <a:latin typeface="Lato" panose="020F0502020204030203" pitchFamily="34" charset="77"/>
              </a:rPr>
            </a:br>
            <a:r>
              <a:rPr lang="en-GB" sz="1200" dirty="0">
                <a:latin typeface="Lato" panose="020F0502020204030203" pitchFamily="34" charset="77"/>
              </a:rPr>
              <a:t>graph text</a:t>
            </a:r>
            <a:r>
              <a:rPr lang="en-GB" sz="1200" baseline="0" dirty="0">
                <a:latin typeface="Lato" panose="020F0502020204030203" pitchFamily="34" charset="77"/>
              </a:rPr>
              <a:t> here</a:t>
            </a:r>
            <a:endParaRPr lang="en-US" sz="1200" dirty="0">
              <a:latin typeface="Lato" panose="020F0502020204030203" pitchFamily="34" charset="77"/>
            </a:endParaRPr>
          </a:p>
        </cdr:txBody>
      </cdr:sp>
    </cdr:grp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E0458C-BF20-4023-B9F8-2B26CB1979E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44B83-04D6-4F45-9A35-105B5556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32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6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6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svg"/><Relationship Id="rId5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svg"/><Relationship Id="rId5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6.sv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svg"/><Relationship Id="rId4" Type="http://schemas.openxmlformats.org/officeDocument/2006/relationships/image" Target="../media/image6.sv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sv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svg"/><Relationship Id="rId4" Type="http://schemas.openxmlformats.org/officeDocument/2006/relationships/image" Target="../media/image6.sv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1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svg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sv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svg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sv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sv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4.svg"/><Relationship Id="rId5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4.svg"/><Relationship Id="rId5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svg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1.png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svg"/><Relationship Id="rId4" Type="http://schemas.openxmlformats.org/officeDocument/2006/relationships/image" Target="../media/image6.svg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svg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svg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5.svg"/><Relationship Id="rId4" Type="http://schemas.openxmlformats.org/officeDocument/2006/relationships/image" Target="../media/image6.svg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svg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5.svg"/><Relationship Id="rId4" Type="http://schemas.openxmlformats.org/officeDocument/2006/relationships/image" Target="../media/image6.svg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1.png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svg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svg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svg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svg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svg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svg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5.svg"/><Relationship Id="rId5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5.svg"/><Relationship Id="rId5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svg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1.png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5.svg"/><Relationship Id="rId4" Type="http://schemas.openxmlformats.org/officeDocument/2006/relationships/image" Target="../media/image6.svg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svg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svg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6.svg"/><Relationship Id="rId4" Type="http://schemas.openxmlformats.org/officeDocument/2006/relationships/image" Target="../media/image6.svg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svg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6.svg"/><Relationship Id="rId4" Type="http://schemas.openxmlformats.org/officeDocument/2006/relationships/image" Target="../media/image6.svg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svg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svg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5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svg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5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5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svg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svg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5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svg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svg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svg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6.svg"/><Relationship Id="rId5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6.svg"/><Relationship Id="rId5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svg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svg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6.svg"/><Relationship Id="rId4" Type="http://schemas.openxmlformats.org/officeDocument/2006/relationships/image" Target="../media/image6.svg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svg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svg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7.svg"/><Relationship Id="rId4" Type="http://schemas.openxmlformats.org/officeDocument/2006/relationships/image" Target="../media/image6.svg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7.svg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7.svg"/><Relationship Id="rId4" Type="http://schemas.openxmlformats.org/officeDocument/2006/relationships/image" Target="../media/image6.svg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svg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svg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6.xml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7.svg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6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6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7.svg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7.svg"/></Relationships>
</file>

<file path=ppt/slideLayouts/_rels/slideLayout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6.xml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7.svg"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7.svg"/></Relationships>
</file>

<file path=ppt/slideLayouts/_rels/slideLayout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7.svg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chart" Target="../charts/chart21.xml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7.svg"/><Relationship Id="rId5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slideLayouts/_rels/slideLayout19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7.svg"/><Relationship Id="rId5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7.svg"/></Relationships>
</file>

<file path=ppt/slideLayouts/_rels/slideLayout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svg"/></Relationships>
</file>

<file path=ppt/slideLayouts/_rels/slideLayout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7.svg"/><Relationship Id="rId4" Type="http://schemas.openxmlformats.org/officeDocument/2006/relationships/image" Target="../media/image6.svg"/></Relationships>
</file>

<file path=ppt/slideLayouts/_rels/slideLayout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7.svg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7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7.xml"/></Relationships>
</file>

<file path=ppt/slideLayouts/_rels/slideLayout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1.svg"/></Relationships>
</file>

<file path=ppt/slideLayouts/_rels/slideLayout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Layouts/_rels/slideLayout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3.svg"/></Relationships>
</file>

<file path=ppt/slideLayouts/_rels/slideLayout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Layouts/_rels/slideLayout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11.png"/></Relationships>
</file>

<file path=ppt/slideLayouts/_rels/slideLayout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.png"/></Relationships>
</file>

<file path=ppt/slideLayouts/_rels/slideLayout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7.xml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7.xml"/></Relationships>
</file>

<file path=ppt/slideLayouts/_rels/slideLayout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3.svg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3.svg"/></Relationships>
</file>

<file path=ppt/slideLayouts/_rels/slideLayout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3.svg"/></Relationships>
</file>

<file path=ppt/slideLayouts/_rels/slideLayout2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4.svg"/></Relationships>
</file>

<file path=ppt/slideLayouts/_rels/slideLayout2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chart" Target="../charts/chart27.xml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4.svg"/></Relationships>
</file>

<file path=ppt/slideLayouts/_rels/slideLayout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3.svg"/></Relationships>
</file>

<file path=ppt/slideLayouts/_rels/slideLayout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18.png"/></Relationships>
</file>

<file path=ppt/slideLayouts/_rels/slideLayout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Layouts/_rels/slideLayout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3.svg"/></Relationships>
</file>

<file path=ppt/slideLayouts/_rels/slideLayout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2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6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chart" Target="../charts/chart29.xml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5.emf"/></Relationships>
</file>

<file path=ppt/slideLayouts/_rels/slideLayout26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2.xml"/><Relationship Id="rId2" Type="http://schemas.openxmlformats.org/officeDocument/2006/relationships/chart" Target="../charts/chart31.xml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5.emf"/></Relationships>
</file>

<file path=ppt/slideLayouts/_rels/slideLayout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8.xml"/></Relationships>
</file>

<file path=ppt/slideLayouts/_rels/slideLayout2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9.xml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28.svg"/></Relationships>
</file>

<file path=ppt/slideLayouts/_rels/slideLayout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9.xml"/></Relationships>
</file>

<file path=ppt/slideLayouts/_rels/slideLayout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9.xml"/></Relationships>
</file>

<file path=ppt/slideLayouts/_rels/slideLayout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9.xml"/></Relationships>
</file>

<file path=ppt/slideLayouts/_rels/slideLayout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9.xml"/></Relationships>
</file>

<file path=ppt/slideLayouts/_rels/slideLayout2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9.xml"/></Relationships>
</file>

<file path=ppt/slideLayouts/_rels/slideLayout2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9.xml"/></Relationships>
</file>

<file path=ppt/slideLayouts/_rels/slideLayout2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9.xml"/></Relationships>
</file>

<file path=ppt/slideLayouts/_rels/slideLayout2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9.xml"/></Relationships>
</file>

<file path=ppt/slideLayouts/_rels/slideLayout2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9.xml"/></Relationships>
</file>

<file path=ppt/slideLayouts/_rels/slideLayout2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9.xml"/></Relationships>
</file>

<file path=ppt/slideLayouts/_rels/slideLayout2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9.xml"/></Relationships>
</file>

<file path=ppt/slideLayouts/_rels/slideLayout2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9.xml"/></Relationships>
</file>

<file path=ppt/slideLayouts/_rels/slideLayout2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9.xml"/></Relationships>
</file>

<file path=ppt/slideLayouts/_rels/slideLayout2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9.xml"/></Relationships>
</file>

<file path=ppt/slideLayouts/_rels/slideLayout2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9.xml"/></Relationships>
</file>

<file path=ppt/slideLayouts/_rels/slideLayout2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9.xml"/></Relationships>
</file>

<file path=ppt/slideLayouts/_rels/slideLayout2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9.xml"/></Relationships>
</file>

<file path=ppt/slideLayouts/_rels/slideLayout2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9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5527740" cy="1609821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0" y="4425219"/>
            <a:ext cx="5527740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5527740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C3C818F-587E-CA93-6C9A-D0ED2BFF14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23398C-5E42-E050-0227-192BD13E45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442" t="11166" r="11165" b="11443"/>
          <a:stretch>
            <a:fillRect/>
          </a:stretch>
        </p:blipFill>
        <p:spPr>
          <a:xfrm>
            <a:off x="386011" y="320272"/>
            <a:ext cx="1663444" cy="117645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129F368-BDD3-7287-0F2D-32653A24F8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-2992" t="-45321" r="-4974" b="-43340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5050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1526759" cy="1609821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19"/>
            <a:ext cx="11526757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39" y="1980404"/>
            <a:ext cx="11526757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745334A-B4BE-4516-EDFD-3B3AF1A521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42834" y="278373"/>
            <a:ext cx="1133856" cy="67464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1FA96E2-649C-A4FC-649C-DD9DE56396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43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2567544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title over 2 lines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20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2" name="Picture 1" descr="A blue and white lines on a black background&#10;&#10;AI-generated content may be incorrect.">
            <a:extLst>
              <a:ext uri="{FF2B5EF4-FFF2-40B4-BE49-F238E27FC236}">
                <a16:creationId xmlns:a16="http://schemas.microsoft.com/office/drawing/2014/main" id="{D854ECD0-24E0-6646-05A0-B1910DA209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7286" t="15937" b="11359"/>
          <a:stretch>
            <a:fillRect/>
          </a:stretch>
        </p:blipFill>
        <p:spPr>
          <a:xfrm>
            <a:off x="6660683" y="0"/>
            <a:ext cx="4972251" cy="6858000"/>
          </a:xfrm>
          <a:prstGeom prst="rect">
            <a:avLst/>
          </a:prstGeom>
        </p:spPr>
      </p:pic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6A7FF0E-113F-D7E1-BC1F-35E4AFF57B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42834" y="278373"/>
            <a:ext cx="1133856" cy="67464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604BF43-CD86-75B7-1055-FAF7127A0A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127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20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4" name="Picture 3" descr="A blue and white lines on a black background&#10;&#10;AI-generated content may be incorrect.">
            <a:extLst>
              <a:ext uri="{FF2B5EF4-FFF2-40B4-BE49-F238E27FC236}">
                <a16:creationId xmlns:a16="http://schemas.microsoft.com/office/drawing/2014/main" id="{794F9825-6E1C-50CC-5145-8AF009BA0D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7286" t="15937" b="11359"/>
          <a:stretch>
            <a:fillRect/>
          </a:stretch>
        </p:blipFill>
        <p:spPr>
          <a:xfrm>
            <a:off x="6660683" y="0"/>
            <a:ext cx="4972251" cy="6858000"/>
          </a:xfrm>
          <a:prstGeom prst="rect">
            <a:avLst/>
          </a:prstGeom>
        </p:spPr>
      </p:pic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99978693-06C5-3C60-0FBD-5BF20451CD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2567544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title over 2 lines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BD5C8CCF-9390-E444-D1A2-BCBB575713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2834" y="277527"/>
            <a:ext cx="1133856" cy="67549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5519666-386F-02D4-8916-AA7F1BA575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610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3B3F1EA6-A386-AF1F-80AF-2A894C6CE145}"/>
              </a:ext>
            </a:extLst>
          </p:cNvPr>
          <p:cNvSpPr/>
          <p:nvPr userDrawn="1"/>
        </p:nvSpPr>
        <p:spPr>
          <a:xfrm>
            <a:off x="1" y="2524837"/>
            <a:ext cx="11321143" cy="4327815"/>
          </a:xfrm>
          <a:prstGeom prst="round1Rect">
            <a:avLst>
              <a:gd name="adj" fmla="val 8642"/>
            </a:avLst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3877730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5735407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3290590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795EB66B-F575-0587-3EAC-AD5571A434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42834" y="277527"/>
            <a:ext cx="1133856" cy="67549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51422BD-5925-3D3B-8AFE-978C6DA92F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349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0542382" cy="1027499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3595044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Picture 2" descr="A black and blue rectangle with a black background&#10;&#10;AI-generated content may be incorrect.">
            <a:extLst>
              <a:ext uri="{FF2B5EF4-FFF2-40B4-BE49-F238E27FC236}">
                <a16:creationId xmlns:a16="http://schemas.microsoft.com/office/drawing/2014/main" id="{40483CA1-7DDE-6582-B6A1-80F351408A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1861" r="1460" b="733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2F5E04BE-95B5-9217-5AB3-0C797E7DAD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2834" y="277527"/>
            <a:ext cx="1133856" cy="67549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9FB5E4F-3C97-1477-EB2F-54141FC94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4986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 content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11373556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agenda/contents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19556"/>
            <a:ext cx="4391662" cy="3262039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 point 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3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4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5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6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7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1139097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560BF24-F24F-03C4-143B-8B5F7160A5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87712" y="1919557"/>
            <a:ext cx="2213276" cy="326203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  <a:p>
            <a:pPr lvl="0"/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8D02FB9-C8DE-061D-21F5-38692F1B16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012D04C-F729-FBD2-C1E4-DDF45A2DB2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939E420E-F8E7-A4B9-8987-AAC20FFE7455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BF4AC93-5B6C-0E95-D7D7-3776342005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47864494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 content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 Single Corner Rectangle 14">
            <a:extLst>
              <a:ext uri="{FF2B5EF4-FFF2-40B4-BE49-F238E27FC236}">
                <a16:creationId xmlns:a16="http://schemas.microsoft.com/office/drawing/2014/main" id="{79951BE3-C64C-96DE-F492-05642CACBA63}"/>
              </a:ext>
            </a:extLst>
          </p:cNvPr>
          <p:cNvSpPr/>
          <p:nvPr userDrawn="1"/>
        </p:nvSpPr>
        <p:spPr>
          <a:xfrm>
            <a:off x="1" y="3358154"/>
            <a:ext cx="11321143" cy="3499846"/>
          </a:xfrm>
          <a:prstGeom prst="round1Rect">
            <a:avLst>
              <a:gd name="adj" fmla="val 8642"/>
            </a:avLst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71" y="354221"/>
            <a:ext cx="9807685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agenda/contents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1139097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184A916-E3C1-011E-174D-8E86659E01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4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1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501826AD-E1A6-B420-53D8-B808B588B1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97411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B0317D6-D099-851A-87A1-EA1B30A043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97410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2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2660C88E-F62C-7E2D-C7E3-4E0D4EA512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95466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047FA9-BDA7-FA64-EE96-6E8CEF5073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95467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3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C9F945B-FC03-7090-3376-2FC2E63FA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93521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40631B4-9E86-7EF7-E4C9-6C18B40EDC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93524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552BAF-12CF-B75D-8C5B-09739067BD3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9354" y="4688933"/>
            <a:ext cx="2030932" cy="39851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EBFFE812-E199-389F-EF2E-595D7D135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97410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5A71E3D-A374-E6D9-B724-7B410AD496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95467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BADA2ED3-6513-39F1-787A-3034E3B4FA5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93524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B564FAF-C833-4FC4-F9D0-B2D091D3A6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D267854-C0EB-0365-3992-605CD46218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22" name="Slide Number Placeholder 9">
            <a:extLst>
              <a:ext uri="{FF2B5EF4-FFF2-40B4-BE49-F238E27FC236}">
                <a16:creationId xmlns:a16="http://schemas.microsoft.com/office/drawing/2014/main" id="{B34374AA-1B86-AC89-10D6-E442DE9EC388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42FA87D9-BAE0-079C-B32A-8B937FBB5A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51215424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98172"/>
            <a:ext cx="11523593" cy="111618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3814355"/>
            <a:ext cx="11523593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76E487-0A24-DFAA-9652-38E414703F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9050" t="-1855" r="19303" b="72969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7A41B8F-9EC0-86B1-E6E3-E34F0EC1EF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02BBE85-2F9A-9173-2FC9-648FE0F707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707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C6D569-A1F3-283A-846C-C17E78E640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8313" t="-2383" r="18313" b="734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98172"/>
            <a:ext cx="11523593" cy="111618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3814355"/>
            <a:ext cx="11523593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DF5B140-6E59-9059-DFC3-0FAFCE12DE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63971AE-003E-1C47-32F6-144ED3A155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255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12620"/>
            <a:ext cx="5533284" cy="1632760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4495998"/>
            <a:ext cx="5533284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Picture Placeholder 21">
            <a:extLst>
              <a:ext uri="{FF2B5EF4-FFF2-40B4-BE49-F238E27FC236}">
                <a16:creationId xmlns:a16="http://schemas.microsoft.com/office/drawing/2014/main" id="{9EE37199-8A95-EE19-1572-77F458BD1E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5498FF6-6D36-AACB-0023-B249123880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B1583C2A-1EBE-10B3-486E-8EAABD70E038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ED6BA37D-1ABE-FC85-B2D4-E31AA5862D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099290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B8F3DAD-89F6-40A8-BD2F-A791ECE20A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E17738-6020-D211-863B-93E98D6AB768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D4BC09-017E-9322-76FE-B25FD85CC55D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C770EB6-AA22-11FC-8C85-4836EFF50C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4061" y="6035040"/>
            <a:ext cx="1049404" cy="62517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F1CCE8F-4CBD-5608-5C52-6AEBF192B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6BE61E89-DC5E-96D5-346D-E76AE886759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5268339-B786-2A6F-2C1D-61FC27DEBD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87668149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9904" y="0"/>
            <a:ext cx="4012096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7315876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2522921"/>
            <a:ext cx="5527740" cy="291409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“Click to edit opening/welcome statement or quote here over multiple lines”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2" y="1201783"/>
            <a:ext cx="733329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59B32BE6-240E-0050-F325-7C830349B5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5527740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NAME AND JOB TITLE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904BBCD-4340-2C81-2B7E-97276791F2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BDBB5910-30E8-9AFE-CC6C-19FAB19CDE5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4B5CA-0200-DE71-836E-69A87D28134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696513179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1D03BBF-5C2F-7207-B480-E1A4A0F464E7}"/>
              </a:ext>
            </a:extLst>
          </p:cNvPr>
          <p:cNvSpPr/>
          <p:nvPr userDrawn="1"/>
        </p:nvSpPr>
        <p:spPr>
          <a:xfrm>
            <a:off x="8748110" y="-1"/>
            <a:ext cx="3460516" cy="6857999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98" y="354221"/>
            <a:ext cx="3460516" cy="617958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7563451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1985626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7580868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3015658-2C82-2707-A3D2-5BFD6DAB2D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2765576"/>
            <a:ext cx="3083582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8DF21F77-7EA1-DE06-D607-56C35B62422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90945" y="2765576"/>
            <a:ext cx="3083582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ECAB680-709B-0D69-510F-ACE7C562CF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90945" y="1985626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EC9A08F-E270-2355-33D7-B96EE3B9F3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2951F7B5-136B-5CA9-0A58-BBDC116673A7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CF03BAE-69C2-D627-9EE8-83C90FE100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27716645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36C1A39-5777-2310-0C4E-5C1E539AAD6B}"/>
              </a:ext>
            </a:extLst>
          </p:cNvPr>
          <p:cNvGrpSpPr/>
          <p:nvPr userDrawn="1"/>
        </p:nvGrpSpPr>
        <p:grpSpPr>
          <a:xfrm>
            <a:off x="3" y="3103130"/>
            <a:ext cx="12191998" cy="3754869"/>
            <a:chOff x="1" y="3103129"/>
            <a:chExt cx="8128000" cy="375486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789EFB4-C120-EB6D-F6C5-88A9AC20D6DB}"/>
                </a:ext>
              </a:extLst>
            </p:cNvPr>
            <p:cNvSpPr/>
            <p:nvPr userDrawn="1"/>
          </p:nvSpPr>
          <p:spPr>
            <a:xfrm>
              <a:off x="1" y="3103129"/>
              <a:ext cx="4063999" cy="3754869"/>
            </a:xfrm>
            <a:prstGeom prst="rect">
              <a:avLst/>
            </a:prstGeom>
            <a:solidFill>
              <a:srgbClr val="D2F3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6BB1D88-D8E7-3E5F-EBA0-EA04E54CA196}"/>
                </a:ext>
              </a:extLst>
            </p:cNvPr>
            <p:cNvSpPr/>
            <p:nvPr userDrawn="1"/>
          </p:nvSpPr>
          <p:spPr>
            <a:xfrm>
              <a:off x="4064002" y="3103129"/>
              <a:ext cx="4063999" cy="3754869"/>
            </a:xfrm>
            <a:prstGeom prst="rect">
              <a:avLst/>
            </a:prstGeom>
            <a:solidFill>
              <a:srgbClr val="A6E6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 userDrawn="1">
            <p:ph type="pic" sz="quarter" idx="27"/>
          </p:nvPr>
        </p:nvSpPr>
        <p:spPr>
          <a:xfrm>
            <a:off x="400052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1717C245-C3CF-0C9A-9342-8E443AF52F55}"/>
              </a:ext>
            </a:extLst>
          </p:cNvPr>
          <p:cNvSpPr>
            <a:spLocks noGrp="1"/>
          </p:cNvSpPr>
          <p:nvPr userDrawn="1">
            <p:ph type="pic" sz="quarter" idx="29"/>
          </p:nvPr>
        </p:nvSpPr>
        <p:spPr>
          <a:xfrm>
            <a:off x="6496050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90B40DF-4697-86B3-7C46-E7A57FA9DB2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E87140-6B7A-20FF-7DE9-C4F58B7A9FE0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2D2531-8F33-1A2F-E5F6-DE15C4ADDC2E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99350" y="1476286"/>
            <a:ext cx="11408336" cy="89984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7659BA3-C496-00C5-6876-222A1DEC1EB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5903" y="4309937"/>
            <a:ext cx="3712521" cy="354211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4534845-B545-E91F-DE0B-8607C07225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5900" y="4770710"/>
            <a:ext cx="3712521" cy="118122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9BE436A9-0487-A867-2EE4-E33703A4DAF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86557" y="4309937"/>
            <a:ext cx="3712521" cy="354211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8E863F51-B511-A241-42E8-1A801534E4C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86554" y="4770710"/>
            <a:ext cx="3712521" cy="118122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54D06C4-9251-BC84-D5DE-AB2EB23F89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363CF6E-5327-53C3-7BF8-0CBA361C8C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8081E5-52C9-71F9-503E-B543FCDF530C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7A0E7680-05F7-D6F5-429C-B2C47816BF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64713041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A3B6B3-232E-2F95-F42B-F7316316F037}"/>
              </a:ext>
            </a:extLst>
          </p:cNvPr>
          <p:cNvSpPr/>
          <p:nvPr userDrawn="1"/>
        </p:nvSpPr>
        <p:spPr>
          <a:xfrm>
            <a:off x="2" y="2564307"/>
            <a:ext cx="12208626" cy="4293691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7563451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7580868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A270CDC-1948-4538-27DA-3600AC34F7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20038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9D8563D-E600-BD7A-BA1D-058F761807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20038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179C45C0-4577-B2F0-16BC-53D8C80DA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40726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FF4BCC0-D520-C861-CB16-F3CB74F6F8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40726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005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7435A72-10D4-E13F-E2E9-39A8603317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820039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D4F15DFF-92DF-9527-1AC1-A9CAE9325DE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241426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6C70AE7-E616-2CF0-D3A9-678D8D9121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86FBEEB-346D-75AF-DDA0-9DBF195B0E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5F7E6B7-87BE-AD2D-C9AD-012B6889B20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9930D981-31C8-2BA8-7E32-9D85B7578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550987805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43C2C91B-68E8-9BCA-C747-9B26D5579004}"/>
              </a:ext>
            </a:extLst>
          </p:cNvPr>
          <p:cNvGrpSpPr/>
          <p:nvPr userDrawn="1"/>
        </p:nvGrpSpPr>
        <p:grpSpPr>
          <a:xfrm>
            <a:off x="3" y="3103130"/>
            <a:ext cx="12191998" cy="3754869"/>
            <a:chOff x="1" y="3609730"/>
            <a:chExt cx="11965019" cy="324826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789EFB4-C120-EB6D-F6C5-88A9AC20D6DB}"/>
                </a:ext>
              </a:extLst>
            </p:cNvPr>
            <p:cNvSpPr/>
            <p:nvPr userDrawn="1"/>
          </p:nvSpPr>
          <p:spPr>
            <a:xfrm>
              <a:off x="1" y="3609730"/>
              <a:ext cx="3988339" cy="3248268"/>
            </a:xfrm>
            <a:prstGeom prst="rect">
              <a:avLst/>
            </a:prstGeom>
            <a:solidFill>
              <a:srgbClr val="D2F3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6BB1D88-D8E7-3E5F-EBA0-EA04E54CA196}"/>
                </a:ext>
              </a:extLst>
            </p:cNvPr>
            <p:cNvSpPr/>
            <p:nvPr userDrawn="1"/>
          </p:nvSpPr>
          <p:spPr>
            <a:xfrm>
              <a:off x="3988342" y="3609730"/>
              <a:ext cx="3988339" cy="3248268"/>
            </a:xfrm>
            <a:prstGeom prst="rect">
              <a:avLst/>
            </a:prstGeom>
            <a:solidFill>
              <a:srgbClr val="A6E6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0021A6-4C96-950C-FA0B-87E082D1E328}"/>
                </a:ext>
              </a:extLst>
            </p:cNvPr>
            <p:cNvSpPr/>
            <p:nvPr userDrawn="1"/>
          </p:nvSpPr>
          <p:spPr>
            <a:xfrm>
              <a:off x="7976681" y="3609730"/>
              <a:ext cx="3988339" cy="3248268"/>
            </a:xfrm>
            <a:prstGeom prst="rect">
              <a:avLst/>
            </a:prstGeom>
            <a:solidFill>
              <a:srgbClr val="79DA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0052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55286C9-AC10-36B7-9594-8A2B11D0A79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84969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1717C245-C3CF-0C9A-9342-8E443AF52F5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485668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AC4D9F00-EEB0-8559-1792-02DCCCE860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02493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3" name="Picture Placeholder 23">
            <a:extLst>
              <a:ext uri="{FF2B5EF4-FFF2-40B4-BE49-F238E27FC236}">
                <a16:creationId xmlns:a16="http://schemas.microsoft.com/office/drawing/2014/main" id="{CFEF38E8-E8C8-C8C6-0DB9-181A38D498D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503191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90B40DF-4697-86B3-7C46-E7A57FA9DB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E87140-6B7A-20FF-7DE9-C4F58B7A9FE0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2D2531-8F33-1A2F-E5F6-DE15C4ADDC2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1476286"/>
            <a:ext cx="11408336" cy="89984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B62E685-346F-5DBF-2B27-B701DE3C5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0EF365D-79F6-434C-D5ED-64A32BFDF2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18E8FAF9-953A-BE39-C77A-DD08ED8AA68A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4377B519-904A-7D58-028D-848610D332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515688182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1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005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7435A72-10D4-E13F-E2E9-39A8603317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84788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B98C1FD5-50C4-9D44-D848-AD47F1D072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84788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F3BAD74-C1CF-E67E-45AF-03C20077EC0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87716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FBD355D-7BEF-9C2A-0BDE-A40EE1ED74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5382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6D8F0C-4D5F-DBEE-63B6-884BB7013E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6080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2C0FFC2A-FF55-C46A-F7FE-5E9C824432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37608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id="{B8697529-22AB-64ED-567A-757C29B63070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364446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AF2F9AA-04A7-ED08-805C-D2C3E26F77D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4448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3F06D6B-CD36-42CF-8815-3FF8AD5497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64446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B8F3DAD-89F6-40A8-BD2F-A791ECE20A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E17738-6020-D211-863B-93E98D6AB768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D4BC09-017E-9322-76FE-B25FD85CC55D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6D12CD12-8DB0-806E-A6CE-80E3304072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4061" y="6035040"/>
            <a:ext cx="1049404" cy="62517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40B8B0B-B414-CD41-E15E-CEB947F55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9" name="Slide Number Placeholder 9">
            <a:extLst>
              <a:ext uri="{FF2B5EF4-FFF2-40B4-BE49-F238E27FC236}">
                <a16:creationId xmlns:a16="http://schemas.microsoft.com/office/drawing/2014/main" id="{099B58C4-5F9E-BFB3-C0D6-15D560C5033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651E8003-793B-3E39-D42C-A817C5DB7E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72873807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1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B98C1FD5-50C4-9D44-D848-AD47F1D072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3700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F3BAD74-C1CF-E67E-45AF-03C20077EC0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6628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FBD355D-7BEF-9C2A-0BDE-A40EE1ED74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24022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6D8F0C-4D5F-DBEE-63B6-884BB7013E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24720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AF2F9AA-04A7-ED08-805C-D2C3E26F77D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442270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3F06D6B-CD36-42CF-8815-3FF8AD5497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442270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4" name="Picture Placeholder 21">
            <a:extLst>
              <a:ext uri="{FF2B5EF4-FFF2-40B4-BE49-F238E27FC236}">
                <a16:creationId xmlns:a16="http://schemas.microsoft.com/office/drawing/2014/main" id="{9D77277B-E0B3-402E-83BC-03783DCE6A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6770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6C65BD8F-3C3F-4AC8-FD3A-5D43F8055E9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412891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21">
            <a:extLst>
              <a:ext uri="{FF2B5EF4-FFF2-40B4-BE49-F238E27FC236}">
                <a16:creationId xmlns:a16="http://schemas.microsoft.com/office/drawing/2014/main" id="{B946563E-2859-78DF-F01B-36319E566AF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418736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Picture Placeholder 21">
            <a:extLst>
              <a:ext uri="{FF2B5EF4-FFF2-40B4-BE49-F238E27FC236}">
                <a16:creationId xmlns:a16="http://schemas.microsoft.com/office/drawing/2014/main" id="{C879684E-B460-219E-A5CD-A0A967C2B8A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434311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D1BED77-EF94-E686-774C-5C5BD57752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C7D5C0-BDF8-5B5D-5B0F-9046DD650846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4">
            <a:extLst>
              <a:ext uri="{FF2B5EF4-FFF2-40B4-BE49-F238E27FC236}">
                <a16:creationId xmlns:a16="http://schemas.microsoft.com/office/drawing/2014/main" id="{31B7FF0C-B67E-4378-B23B-E15C453847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4061" y="6035040"/>
            <a:ext cx="1049404" cy="62517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DE0C6A9-D912-98CF-1DBC-26F5C8019D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22F74FEF-1248-33B0-AB4B-6FE3F5D33FE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39CD22FF-B819-7922-A4F8-1FE7FAAE0EF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028570723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BAD7BF-FFAD-D393-0023-18801993154F}"/>
              </a:ext>
            </a:extLst>
          </p:cNvPr>
          <p:cNvSpPr/>
          <p:nvPr userDrawn="1"/>
        </p:nvSpPr>
        <p:spPr>
          <a:xfrm>
            <a:off x="2" y="1634071"/>
            <a:ext cx="5927090" cy="5223928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7093" y="0"/>
            <a:ext cx="6264908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5149145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2" y="1201783"/>
            <a:ext cx="516656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0" y="1985626"/>
            <a:ext cx="516656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66560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8FE4E7D-0FE3-EE71-8A08-526B79D401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8CB9279E-1E6A-7D0A-5EAA-EA86679E8F6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E20F977A-E225-81EC-67A3-57436B1F23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23628833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236D08-2AB2-BC80-56FE-DB43CC17F482}"/>
              </a:ext>
            </a:extLst>
          </p:cNvPr>
          <p:cNvSpPr/>
          <p:nvPr userDrawn="1"/>
        </p:nvSpPr>
        <p:spPr>
          <a:xfrm>
            <a:off x="8547652" y="-1"/>
            <a:ext cx="3660974" cy="6857999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7815D7BE-CB95-E5F8-442A-B133E97300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5097" y="1971512"/>
            <a:ext cx="2898155" cy="1632760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3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pullquote or key message from </a:t>
            </a:r>
            <a:br>
              <a:rPr lang="en-US"/>
            </a:br>
            <a:r>
              <a:rPr lang="en-US"/>
              <a:t>the main content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25F643D-73EC-C6E9-4703-6CE73188F2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551E874-811B-AA4D-4829-C5351316E2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0167B789-D854-0028-A268-ECCE8653F8F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7FAEC16B-969E-5A97-9E9F-A56BDB52F9D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282166801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49" y="1985626"/>
            <a:ext cx="1140833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11408334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E6AA2CE-A2FC-AFDC-F1D0-72DB3D659F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8C072E1-0A30-5829-D2C6-41755FE9AE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5D3A06A2-BA73-3A87-34CE-EC8C3A2EB7BC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BF741D41-07CC-5276-2CF5-CC2C418577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071335039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49" y="1985626"/>
            <a:ext cx="1140833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11408334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5D3A06A2-BA73-3A87-34CE-EC8C3A2EB7BC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962839944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5E9FF38B-26C9-21A5-0403-142FB6E960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1186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580F3A2-48C1-7E56-952B-8614FE8F19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1184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E35228-F5E0-CD25-9531-E418FCD84A12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219C9A2B-375F-1C56-71BD-A3CCECE440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50" t="8838" r="8837" b="9249"/>
          <a:stretch>
            <a:fillRect/>
          </a:stretch>
        </p:blipFill>
        <p:spPr>
          <a:xfrm>
            <a:off x="9356781" y="6035040"/>
            <a:ext cx="883966" cy="62517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12A8852-4146-1D97-810C-56C2B66861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-1655" t="-38912" r="-673" b="-39896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710FFA09-D800-BD94-47F0-451363675E9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7AA8E5C3-3722-70EB-CD40-136A92810C2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40720558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663BC1-6397-8B4A-5074-E6256EF37193}"/>
              </a:ext>
            </a:extLst>
          </p:cNvPr>
          <p:cNvSpPr/>
          <p:nvPr userDrawn="1"/>
        </p:nvSpPr>
        <p:spPr>
          <a:xfrm>
            <a:off x="3" y="1"/>
            <a:ext cx="6095998" cy="2276264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Picture Placeholder 21">
            <a:extLst>
              <a:ext uri="{FF2B5EF4-FFF2-40B4-BE49-F238E27FC236}">
                <a16:creationId xmlns:a16="http://schemas.microsoft.com/office/drawing/2014/main" id="{88A8C8D7-CBA5-DE81-8D09-C17E4CE5CE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"/>
            <a:ext cx="6096000" cy="227626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525445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0062" y="2697273"/>
            <a:ext cx="8310393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60063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1" y="1201783"/>
            <a:ext cx="527187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3A5B597-3CE5-808E-88ED-32B81855078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593" y="2697273"/>
            <a:ext cx="2211420" cy="3158779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introduction text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30A6163-E535-F0DD-51A4-FCEA5F181F65}"/>
              </a:ext>
            </a:extLst>
          </p:cNvPr>
          <p:cNvCxnSpPr/>
          <p:nvPr userDrawn="1"/>
        </p:nvCxnSpPr>
        <p:spPr>
          <a:xfrm flipH="1" flipV="1">
            <a:off x="2924784" y="2697273"/>
            <a:ext cx="0" cy="3158779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A1C510F2-24E7-24AB-939B-7D2DFD7624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50332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BC40CDC5-EFCA-E051-084E-6514E9D0A4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00149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E2EB7B48-6FAD-B363-1485-9A4AAB96B50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90417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44531745-4B37-5FE0-17B1-0FA05A3B11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749962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67F6C9A-4136-E12C-5261-A1C700B3B2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40230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A8D3FC3-CCAA-EC69-30E5-4BB46ADBD8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09501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CC7149E6-BE60-C980-CCD9-2ECBAE03D2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99772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74FD5C3C-60A6-82F2-A843-5E90BE7795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4061" y="6035040"/>
            <a:ext cx="1049404" cy="62517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06D7C73-DD5B-86E4-DDA4-95880F7DB3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04DAC75D-08CC-938B-D738-69476C3C258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B2F37249-AC68-7B5A-4362-3E6DB9B9D02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983170993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D6FFBE-BC2A-36ED-5F25-1C8F30D256A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300092013"/>
              </p:ext>
            </p:extLst>
          </p:nvPr>
        </p:nvGraphicFramePr>
        <p:xfrm>
          <a:off x="416768" y="2539856"/>
          <a:ext cx="11384281" cy="6299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1">
                  <a:extLst>
                    <a:ext uri="{9D8B030D-6E8A-4147-A177-3AD203B41FA5}">
                      <a16:colId xmlns:a16="http://schemas.microsoft.com/office/drawing/2014/main" val="1382175687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47031374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59890768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3771841006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999870903"/>
                    </a:ext>
                  </a:extLst>
                </a:gridCol>
              </a:tblGrid>
              <a:tr h="756068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CC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CC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CC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CC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C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264458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751582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921312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550155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37107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98272"/>
                  </a:ext>
                </a:extLst>
              </a:tr>
            </a:tbl>
          </a:graphicData>
        </a:graphic>
      </p:graphicFrame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1C928EE-C260-7F4E-5426-07601FF060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6768" y="1985626"/>
            <a:ext cx="5136747" cy="428236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A2BF1A4-06B8-BEA3-C9A0-C4598A9290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4061" y="6035040"/>
            <a:ext cx="1049404" cy="62517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7950C4E-C6FA-4CB3-E24D-57AE965EFB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5E034CF4-AD8B-FDD1-855D-B44ED30EF65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1D174A41-FECF-50DD-7B57-365B8B94C2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194091627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ph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CBDBB2E6-5C51-2EC2-3138-07D9FE924D1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495929514"/>
              </p:ext>
            </p:extLst>
          </p:nvPr>
        </p:nvGraphicFramePr>
        <p:xfrm>
          <a:off x="3694086" y="1808517"/>
          <a:ext cx="4516571" cy="3749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E1051591-71B9-688F-6FA0-79EB92B551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2742684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chart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3EC3C4-10BD-5A61-95F7-FA82FD084A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2765576"/>
            <a:ext cx="2742684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graphicFrame>
        <p:nvGraphicFramePr>
          <p:cNvPr id="12" name="Content Placeholder 15">
            <a:extLst>
              <a:ext uri="{FF2B5EF4-FFF2-40B4-BE49-F238E27FC236}">
                <a16:creationId xmlns:a16="http://schemas.microsoft.com/office/drawing/2014/main" id="{C7378800-8B46-7964-7406-2613E27DDD4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52533920"/>
              </p:ext>
            </p:extLst>
          </p:nvPr>
        </p:nvGraphicFramePr>
        <p:xfrm>
          <a:off x="7958356" y="1808517"/>
          <a:ext cx="4516571" cy="3749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9" name="Picture 4">
            <a:extLst>
              <a:ext uri="{FF2B5EF4-FFF2-40B4-BE49-F238E27FC236}">
                <a16:creationId xmlns:a16="http://schemas.microsoft.com/office/drawing/2014/main" id="{04F7712F-29C2-D0C8-F611-BF344984D6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4061" y="6035040"/>
            <a:ext cx="1049404" cy="62517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982F07B-026B-3168-C5CB-A51ED1239D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2EB80E90-BF19-82E2-C657-F52C75B8BDB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72B610C-6908-98D0-2F2E-0595A913C5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307299618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ph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15">
            <a:extLst>
              <a:ext uri="{FF2B5EF4-FFF2-40B4-BE49-F238E27FC236}">
                <a16:creationId xmlns:a16="http://schemas.microsoft.com/office/drawing/2014/main" id="{900C6176-281D-040E-1AC5-1F0A52BCD82A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047988879"/>
              </p:ext>
            </p:extLst>
          </p:nvPr>
        </p:nvGraphicFramePr>
        <p:xfrm>
          <a:off x="379896" y="2760373"/>
          <a:ext cx="4836283" cy="3109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A4A966-6BCB-7502-0C0E-12359B0086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1985626"/>
            <a:ext cx="266678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chart heading</a:t>
            </a:r>
          </a:p>
        </p:txBody>
      </p:sp>
      <p:graphicFrame>
        <p:nvGraphicFramePr>
          <p:cNvPr id="14" name="Content Placeholder 15">
            <a:extLst>
              <a:ext uri="{FF2B5EF4-FFF2-40B4-BE49-F238E27FC236}">
                <a16:creationId xmlns:a16="http://schemas.microsoft.com/office/drawing/2014/main" id="{5F87157A-05AF-A643-660D-6BFCDEF59AD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88432030"/>
              </p:ext>
            </p:extLst>
          </p:nvPr>
        </p:nvGraphicFramePr>
        <p:xfrm>
          <a:off x="6634785" y="2760373"/>
          <a:ext cx="4836283" cy="3109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B94EF1-3173-5FE1-C03C-A2EEE38410A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14800" y="2042758"/>
            <a:ext cx="1166802" cy="95341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Color 1 heading</a:t>
            </a:r>
          </a:p>
          <a:p>
            <a:pPr lvl="0"/>
            <a:r>
              <a:rPr lang="en-US"/>
              <a:t>Color 2 heading</a:t>
            </a:r>
          </a:p>
          <a:p>
            <a:pPr lvl="0"/>
            <a:r>
              <a:rPr lang="en-US"/>
              <a:t>Color 3 heading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D0375A-1177-53D4-89F2-F5FC715641E0}"/>
              </a:ext>
            </a:extLst>
          </p:cNvPr>
          <p:cNvSpPr/>
          <p:nvPr userDrawn="1"/>
        </p:nvSpPr>
        <p:spPr>
          <a:xfrm>
            <a:off x="3884292" y="2082985"/>
            <a:ext cx="155643" cy="155642"/>
          </a:xfrm>
          <a:prstGeom prst="rect">
            <a:avLst/>
          </a:prstGeom>
          <a:solidFill>
            <a:srgbClr val="4BCC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2BDBF7-6312-5C2E-5208-3BC8D7347779}"/>
              </a:ext>
            </a:extLst>
          </p:cNvPr>
          <p:cNvSpPr/>
          <p:nvPr userDrawn="1"/>
        </p:nvSpPr>
        <p:spPr>
          <a:xfrm>
            <a:off x="3884292" y="2345632"/>
            <a:ext cx="155643" cy="15564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51BF7B-E5B7-064E-1596-09C884E07B5D}"/>
              </a:ext>
            </a:extLst>
          </p:cNvPr>
          <p:cNvSpPr/>
          <p:nvPr userDrawn="1"/>
        </p:nvSpPr>
        <p:spPr>
          <a:xfrm>
            <a:off x="3884292" y="2618008"/>
            <a:ext cx="155643" cy="155642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12020BB6-B349-9AC3-9B9E-7B4647B21DD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44515" y="1985626"/>
            <a:ext cx="266678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chart heading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916EC0C0-3340-116E-2A9E-C5F9EF55B9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359963" y="2042758"/>
            <a:ext cx="1166802" cy="95341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Color 1 heading</a:t>
            </a:r>
          </a:p>
          <a:p>
            <a:pPr lvl="0"/>
            <a:r>
              <a:rPr lang="en-US"/>
              <a:t>Color 2 heading</a:t>
            </a:r>
          </a:p>
          <a:p>
            <a:pPr lvl="0"/>
            <a:r>
              <a:rPr lang="en-US"/>
              <a:t>Color 3 heading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0E2BA2-5FEA-09A0-C114-B2B3FBA234CA}"/>
              </a:ext>
            </a:extLst>
          </p:cNvPr>
          <p:cNvSpPr/>
          <p:nvPr userDrawn="1"/>
        </p:nvSpPr>
        <p:spPr>
          <a:xfrm>
            <a:off x="10129455" y="2082985"/>
            <a:ext cx="155643" cy="155642"/>
          </a:xfrm>
          <a:prstGeom prst="rect">
            <a:avLst/>
          </a:prstGeom>
          <a:solidFill>
            <a:srgbClr val="4BCC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98302C-FFC3-E197-29E7-7398CEAA1203}"/>
              </a:ext>
            </a:extLst>
          </p:cNvPr>
          <p:cNvSpPr/>
          <p:nvPr userDrawn="1"/>
        </p:nvSpPr>
        <p:spPr>
          <a:xfrm>
            <a:off x="10129455" y="2345632"/>
            <a:ext cx="155643" cy="15564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7EE772-E0F3-CFA8-41DA-667F14BCFAFB}"/>
              </a:ext>
            </a:extLst>
          </p:cNvPr>
          <p:cNvSpPr/>
          <p:nvPr userDrawn="1"/>
        </p:nvSpPr>
        <p:spPr>
          <a:xfrm>
            <a:off x="10129455" y="2618008"/>
            <a:ext cx="155643" cy="155642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8FE3847C-EFFE-949E-9F9B-C1D4252751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4061" y="6035040"/>
            <a:ext cx="1049404" cy="62517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8646D92-4835-3882-06B3-1AEB55DC04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00DF300C-9EC7-0EFD-1D87-F78F01EA1A2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4921B6A-6774-B085-259E-B9A0FB07760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6313649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318649"/>
            <a:ext cx="11443061" cy="300153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2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470" y="5053606"/>
            <a:ext cx="11443061" cy="505097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to lead on from stat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3074C10A-BAE0-2952-5D39-DFEE103B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11418180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D3F123B-979E-A246-B96A-67D57FA19A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A4243A8-5019-0BAE-5DFE-B1C8DE7DB6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0ECF6554-520C-04D8-83C0-012FF4306F42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8611E5D-D3D1-CA42-F77A-1D12B6BB09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595862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arge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349" y="2318649"/>
            <a:ext cx="5696651" cy="1492099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1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49" y="3825952"/>
            <a:ext cx="5696651" cy="173996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</a:t>
            </a:r>
            <a:br>
              <a:rPr lang="en-US"/>
            </a:br>
            <a:r>
              <a:rPr lang="en-US"/>
              <a:t>to lead on from stat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3074C10A-BAE0-2952-5D39-DFEE103B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2" y="1979362"/>
            <a:ext cx="5696649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3DA9141-2FA0-43D2-4FF0-085F5BE123F2}"/>
              </a:ext>
            </a:extLst>
          </p:cNvPr>
          <p:cNvCxnSpPr/>
          <p:nvPr userDrawn="1"/>
        </p:nvCxnSpPr>
        <p:spPr>
          <a:xfrm flipH="1">
            <a:off x="6096000" y="1972147"/>
            <a:ext cx="0" cy="3586556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6BFAC21-0655-5E09-7BA6-05EE94A866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17226" y="2318649"/>
            <a:ext cx="5690462" cy="150730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1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DB3E8F37-65C2-1141-F298-5649C3B781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17226" y="1979362"/>
            <a:ext cx="5690462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BF0EBAF0-E764-491A-37FC-B9972C5C30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17224" y="3825952"/>
            <a:ext cx="5690462" cy="173996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</a:t>
            </a:r>
            <a:br>
              <a:rPr lang="en-US"/>
            </a:br>
            <a:r>
              <a:rPr lang="en-US"/>
              <a:t>to lead on from stat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2107D50-58EE-71C7-EC95-F2124636D5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62597A6-FF3C-D1E7-D184-45A58122AD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0A75724-5B3E-1031-B6B1-FFD7CFF50F7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AB31E6F5-2E9C-334A-E783-E48A2C08C2AC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077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Large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351" y="1667336"/>
            <a:ext cx="3398926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XX,XXX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261E9CF2-DF8C-F184-044A-E7418E7523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9351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5CE0D850-00A2-2869-6ABC-3AB860E4BC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1801" y="1667336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F7290E6-C2F2-E204-09A6-52BAEF5807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03134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3659DF3-0D55-D08D-A094-457DA09A13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5586" y="1667336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$XX,XXX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886AD954-8CD2-030A-36CF-B8A5E782F0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06919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9AF6072-6784-77CC-FD7D-F9383D98D8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9351" y="4023675"/>
            <a:ext cx="3398926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310162A-17E1-6A87-538F-1E98AB50F10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9351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9AF0DEF-DC09-7313-18A4-D7030A9873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21801" y="4023675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XX,XXX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1F2556C-43F7-F306-BE95-1C7ED8D60F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03134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65786BF-46E1-48A1-88CF-122C298516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25586" y="4023675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27F10C66-CE06-829D-AEA0-6B01BE82A60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06919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5E0300-0034-C452-6D4B-7AB84A7805CA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39C9A579-5D82-E1C7-0105-1574F5DB62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4061" y="6035040"/>
            <a:ext cx="1049404" cy="62517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BDFCB9E-1427-ADAA-03A5-025AA025E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7F1F4C1C-653D-E7E3-38F7-FD2012F49353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5382717-FDC1-ED18-A9CB-91ABE75BD9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746146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Question mark boxes">
            <a:extLst>
              <a:ext uri="{FF2B5EF4-FFF2-40B4-BE49-F238E27FC236}">
                <a16:creationId xmlns:a16="http://schemas.microsoft.com/office/drawing/2014/main" id="{A67F9B00-7B0C-4D24-04C2-38E1896DA0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227" y="0"/>
            <a:ext cx="12191550" cy="6858000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321853"/>
            <a:ext cx="11443061" cy="2214297"/>
          </a:xfrm>
          <a:prstGeom prst="rect">
            <a:avLst/>
          </a:prstGeom>
        </p:spPr>
        <p:txBody>
          <a:bodyPr wrap="square" lIns="0" anchor="ctr">
            <a:noAutofit/>
          </a:bodyPr>
          <a:lstStyle>
            <a:lvl1pPr marL="0" indent="0" algn="ctr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Questions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125242F-718C-4135-49D5-EBD704655B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342095D-FFB4-B478-1874-EAAA51D2B1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632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0542382" cy="1027499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end slide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3595044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 here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Picture 2" descr="A black and blue rectangle with a black background&#10;&#10;AI-generated content may be incorrect.">
            <a:extLst>
              <a:ext uri="{FF2B5EF4-FFF2-40B4-BE49-F238E27FC236}">
                <a16:creationId xmlns:a16="http://schemas.microsoft.com/office/drawing/2014/main" id="{40483CA1-7DDE-6582-B6A1-80F351408A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-1861" r="1460" b="733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963405-DE23-F77A-E2FA-8D6E8A900C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2016" y="6035040"/>
            <a:ext cx="1049404" cy="62517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41048BA-84EB-0E0D-ECF1-F2A7B66E4D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769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/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698171"/>
            <a:ext cx="11443061" cy="221429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pullquote </a:t>
            </a:r>
            <a:br>
              <a:rPr lang="en-US"/>
            </a:br>
            <a:r>
              <a:rPr lang="en-US"/>
              <a:t>or key message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C396BA70-4D20-197B-ABFC-4C68EB70A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11418180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NAME AND JOB TITLE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4E2D77B-1861-F772-A2AD-6B67B4A3A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B6D92BE-3D96-2B6D-5AA9-4F2B635B0D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52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5303525"/>
            <a:ext cx="11526757" cy="387412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legal information heading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6B2EA81A-B50D-A42E-E792-55767F9AC7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3941" y="5690938"/>
            <a:ext cx="11526757" cy="907717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legal information body copy 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C6D1D49A-C664-D5F2-0236-BF365DDADF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42834" y="277527"/>
            <a:ext cx="1133856" cy="67549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FD944F-EBAF-4BB6-D280-C5A8787F87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600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5527740" cy="1609821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0" y="4425219"/>
            <a:ext cx="5527740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5527740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C3C818F-587E-CA93-6C9A-D0ED2BFF14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457300-D040-A31C-EB1C-CFF927B3C5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1" y="320272"/>
            <a:ext cx="1975104" cy="119888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B9B8097-EB7F-B3AB-5611-55752DC578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7744" y="5971033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7491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1526759" cy="1609821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19"/>
            <a:ext cx="11526757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39" y="1980404"/>
            <a:ext cx="11526757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7620298-25EA-8EB0-C5A3-2B317EE94C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301754" y="100585"/>
            <a:ext cx="2276905" cy="9957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03A749-8B2D-EC26-EC42-8EAEA45D22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44202" y="274320"/>
            <a:ext cx="1114754" cy="67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468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2567544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title over 2 lines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20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2" name="Picture 1" descr="A blue and white lines on a black background&#10;&#10;AI-generated content may be incorrect.">
            <a:extLst>
              <a:ext uri="{FF2B5EF4-FFF2-40B4-BE49-F238E27FC236}">
                <a16:creationId xmlns:a16="http://schemas.microsoft.com/office/drawing/2014/main" id="{D854ECD0-24E0-6646-05A0-B1910DA209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0ECC">
                <a:tint val="45000"/>
                <a:satMod val="400000"/>
              </a:srgbClr>
            </a:duotone>
          </a:blip>
          <a:srcRect l="47286" t="15937" b="11359"/>
          <a:stretch>
            <a:fillRect/>
          </a:stretch>
        </p:blipFill>
        <p:spPr>
          <a:xfrm>
            <a:off x="6660683" y="0"/>
            <a:ext cx="4972251" cy="6858000"/>
          </a:xfrm>
          <a:prstGeom prst="rect">
            <a:avLst/>
          </a:prstGeom>
          <a:solidFill>
            <a:srgbClr val="99A0FF"/>
          </a:solidFill>
        </p:spPr>
      </p:pic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6A7FF0E-113F-D7E1-BC1F-35E4AFF57B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42834" y="278373"/>
            <a:ext cx="1133856" cy="67464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604BF43-CD86-75B7-1055-FAF7127A0A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04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20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4" name="Picture 3" descr="A blue and white lines on a black background&#10;&#10;AI-generated content may be incorrect.">
            <a:extLst>
              <a:ext uri="{FF2B5EF4-FFF2-40B4-BE49-F238E27FC236}">
                <a16:creationId xmlns:a16="http://schemas.microsoft.com/office/drawing/2014/main" id="{794F9825-6E1C-50CC-5145-8AF009BA0D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0ECC">
                <a:tint val="45000"/>
                <a:satMod val="400000"/>
              </a:srgbClr>
            </a:duotone>
          </a:blip>
          <a:srcRect l="47286" t="15937" b="11359"/>
          <a:stretch>
            <a:fillRect/>
          </a:stretch>
        </p:blipFill>
        <p:spPr>
          <a:xfrm>
            <a:off x="6660683" y="0"/>
            <a:ext cx="4972251" cy="6858000"/>
          </a:xfrm>
          <a:prstGeom prst="rect">
            <a:avLst/>
          </a:prstGeom>
        </p:spPr>
      </p:pic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99978693-06C5-3C60-0FBD-5BF20451CD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2567544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title over 2 lines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5519666-386F-02D4-8916-AA7F1BA575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216DD57-FE36-5972-FBFD-AE11620D18A1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929A602D-67E1-D001-5609-B9AB8A8B5A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61467B14-EC35-112D-9E73-A4E9B06C55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48898"/>
              <a:ext cx="1133856" cy="200912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E8CC959F-3236-E47E-544C-8C0D518C8C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5131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4091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3B3F1EA6-A386-AF1F-80AF-2A894C6CE145}"/>
              </a:ext>
            </a:extLst>
          </p:cNvPr>
          <p:cNvSpPr/>
          <p:nvPr userDrawn="1"/>
        </p:nvSpPr>
        <p:spPr>
          <a:xfrm>
            <a:off x="1" y="2524837"/>
            <a:ext cx="11321143" cy="4327815"/>
          </a:xfrm>
          <a:prstGeom prst="round1Rect">
            <a:avLst>
              <a:gd name="adj" fmla="val 8642"/>
            </a:avLst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3877730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5735407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3290590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51422BD-5925-3D3B-8AFE-978C6DA92F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9856712-E3A4-CAC7-4EBD-7BEE6D1526DD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D9722739-418A-D8B8-CABD-941DA20DD8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453979A4-9C96-0491-FB15-5B9D2C8CE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48898"/>
              <a:ext cx="1133856" cy="200912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E5112619-522A-D488-756F-739F60D54A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5131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4647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0542382" cy="1027499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3595044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Picture 2" descr="A black and blue rectangle with a black background&#10;&#10;AI-generated content may be incorrect.">
            <a:extLst>
              <a:ext uri="{FF2B5EF4-FFF2-40B4-BE49-F238E27FC236}">
                <a16:creationId xmlns:a16="http://schemas.microsoft.com/office/drawing/2014/main" id="{40483CA1-7DDE-6582-B6A1-80F351408A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0ECC">
                <a:tint val="45000"/>
                <a:satMod val="400000"/>
              </a:srgbClr>
            </a:duotone>
          </a:blip>
          <a:srcRect t="-1861" r="1460" b="733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9FB5E4F-3C97-1477-EB2F-54141FC94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3687844-2805-D79E-6084-177C5F8714D8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1C8FBAE-98C4-9CDE-A877-1BDB66D836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0FEC3A95-D4DF-8EFE-B764-33E9AF7617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48898"/>
              <a:ext cx="1133856" cy="200912"/>
            </a:xfrm>
            <a:prstGeom prst="rect">
              <a:avLst/>
            </a:prstGeom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8CDA16BD-1D87-93BC-BA45-DA108EE436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5131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22698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 content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11373556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agenda/contents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19556"/>
            <a:ext cx="4391662" cy="3262039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 point 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3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4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5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6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7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1139097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560BF24-F24F-03C4-143B-8B5F7160A5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87712" y="1919557"/>
            <a:ext cx="2213276" cy="326203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  <a:p>
            <a:pPr lvl="0"/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8D02FB9-C8DE-061D-21F5-38692F1B16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012D04C-F729-FBD2-C1E4-DDF45A2DB2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939E420E-F8E7-A4B9-8987-AAC20FFE7455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BF4AC93-5B6C-0E95-D7D7-3776342005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253579976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 content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 Single Corner Rectangle 14">
            <a:extLst>
              <a:ext uri="{FF2B5EF4-FFF2-40B4-BE49-F238E27FC236}">
                <a16:creationId xmlns:a16="http://schemas.microsoft.com/office/drawing/2014/main" id="{79951BE3-C64C-96DE-F492-05642CACBA63}"/>
              </a:ext>
            </a:extLst>
          </p:cNvPr>
          <p:cNvSpPr/>
          <p:nvPr userDrawn="1"/>
        </p:nvSpPr>
        <p:spPr>
          <a:xfrm>
            <a:off x="1" y="3358154"/>
            <a:ext cx="11321143" cy="3499846"/>
          </a:xfrm>
          <a:prstGeom prst="round1Rect">
            <a:avLst>
              <a:gd name="adj" fmla="val 8642"/>
            </a:avLst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71" y="354221"/>
            <a:ext cx="9807685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agenda/contents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1139097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184A916-E3C1-011E-174D-8E86659E01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4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1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501826AD-E1A6-B420-53D8-B808B588B1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97411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B0317D6-D099-851A-87A1-EA1B30A043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97410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2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2660C88E-F62C-7E2D-C7E3-4E0D4EA512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95466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047FA9-BDA7-FA64-EE96-6E8CEF5073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95467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3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C9F945B-FC03-7090-3376-2FC2E63FA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93521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40631B4-9E86-7EF7-E4C9-6C18B40EDC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93524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552BAF-12CF-B75D-8C5B-09739067BD3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9354" y="4688933"/>
            <a:ext cx="2030932" cy="39851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EBFFE812-E199-389F-EF2E-595D7D135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97410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5A71E3D-A374-E6D9-B724-7B410AD496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95467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BADA2ED3-6513-39F1-787A-3034E3B4FA5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93524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B564FAF-C833-4FC4-F9D0-B2D091D3A6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D267854-C0EB-0365-3992-605CD46218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22" name="Slide Number Placeholder 9">
            <a:extLst>
              <a:ext uri="{FF2B5EF4-FFF2-40B4-BE49-F238E27FC236}">
                <a16:creationId xmlns:a16="http://schemas.microsoft.com/office/drawing/2014/main" id="{B34374AA-1B86-AC89-10D6-E442DE9EC388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42FA87D9-BAE0-079C-B32A-8B937FBB5A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153732984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98172"/>
            <a:ext cx="11523593" cy="111618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3814355"/>
            <a:ext cx="11523593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76E487-0A24-DFAA-9652-38E414703F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0ECC">
                <a:tint val="45000"/>
                <a:satMod val="400000"/>
              </a:srgbClr>
            </a:duotone>
          </a:blip>
          <a:srcRect l="-19050" t="-1855" r="19303" b="72969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B695B5E-B0C7-EFC3-ADB8-C68EC220F5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7744" y="5971033"/>
            <a:ext cx="1898354" cy="830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69296E-6594-1A33-C77B-79DFA44148F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72016" y="6035040"/>
            <a:ext cx="1031079" cy="6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17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C6D569-A1F3-283A-846C-C17E78E640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0ECC">
                <a:tint val="45000"/>
                <a:satMod val="400000"/>
              </a:srgbClr>
            </a:duotone>
          </a:blip>
          <a:srcRect l="-18313" t="-2383" r="18313" b="734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98172"/>
            <a:ext cx="11523593" cy="111618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3814355"/>
            <a:ext cx="11523593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DF5B140-6E59-9059-DFC3-0FAFCE12DE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63971AE-003E-1C47-32F6-144ED3A155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221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12620"/>
            <a:ext cx="5533284" cy="1632760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4495998"/>
            <a:ext cx="5533284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Picture Placeholder 21">
            <a:extLst>
              <a:ext uri="{FF2B5EF4-FFF2-40B4-BE49-F238E27FC236}">
                <a16:creationId xmlns:a16="http://schemas.microsoft.com/office/drawing/2014/main" id="{9EE37199-8A95-EE19-1572-77F458BD1E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5498FF6-6D36-AACB-0023-B249123880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B1583C2A-1EBE-10B3-486E-8EAABD70E038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ED6BA37D-1ABE-FC85-B2D4-E31AA5862D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08564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B8F3DAD-89F6-40A8-BD2F-A791ECE20A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E17738-6020-D211-863B-93E98D6AB768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D4BC09-017E-9322-76FE-B25FD85CC55D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F1CCE8F-4CBD-5608-5C52-6AEBF192B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6BE61E89-DC5E-96D5-346D-E76AE886759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5268339-B786-2A6F-2C1D-61FC27DEBD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BB70F25-D84C-D5F6-98ED-FF14B5F7CCF8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22" name="Picture 4">
              <a:extLst>
                <a:ext uri="{FF2B5EF4-FFF2-40B4-BE49-F238E27FC236}">
                  <a16:creationId xmlns:a16="http://schemas.microsoft.com/office/drawing/2014/main" id="{B70D244A-4D9F-12EA-C5CA-D4548EDAD8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23" name="Picture 4">
              <a:extLst>
                <a:ext uri="{FF2B5EF4-FFF2-40B4-BE49-F238E27FC236}">
                  <a16:creationId xmlns:a16="http://schemas.microsoft.com/office/drawing/2014/main" id="{6080F283-CD2A-B263-A4FB-23FE92215F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4" name="Picture 4">
              <a:extLst>
                <a:ext uri="{FF2B5EF4-FFF2-40B4-BE49-F238E27FC236}">
                  <a16:creationId xmlns:a16="http://schemas.microsoft.com/office/drawing/2014/main" id="{65E4606A-917B-FE9E-5B54-43B18C34BA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7937427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9904" y="0"/>
            <a:ext cx="4012096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7315876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2522921"/>
            <a:ext cx="5527740" cy="291409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“Click to edit opening/welcome statement or quote here over multiple lines”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2" y="1201783"/>
            <a:ext cx="733329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59B32BE6-240E-0050-F325-7C830349B5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5527740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NAME AND JOB TITLE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904BBCD-4340-2C81-2B7E-97276791F2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BDBB5910-30E8-9AFE-CC6C-19FAB19CDE5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4B5CA-0200-DE71-836E-69A87D28134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005746146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1D03BBF-5C2F-7207-B480-E1A4A0F464E7}"/>
              </a:ext>
            </a:extLst>
          </p:cNvPr>
          <p:cNvSpPr/>
          <p:nvPr userDrawn="1"/>
        </p:nvSpPr>
        <p:spPr>
          <a:xfrm>
            <a:off x="8748110" y="-1"/>
            <a:ext cx="3460516" cy="6857999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98" y="354221"/>
            <a:ext cx="3460516" cy="617958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7563451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1985626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7580868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3015658-2C82-2707-A3D2-5BFD6DAB2D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2765576"/>
            <a:ext cx="3083582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8DF21F77-7EA1-DE06-D607-56C35B62422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90945" y="2765576"/>
            <a:ext cx="3083582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ECAB680-709B-0D69-510F-ACE7C562CF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90945" y="1985626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EC9A08F-E270-2355-33D7-B96EE3B9F3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2951F7B5-136B-5CA9-0A58-BBDC116673A7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CF03BAE-69C2-D627-9EE8-83C90FE100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11395143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89EFB4-C120-EB6D-F6C5-88A9AC20D6DB}"/>
              </a:ext>
            </a:extLst>
          </p:cNvPr>
          <p:cNvSpPr/>
          <p:nvPr userDrawn="1"/>
        </p:nvSpPr>
        <p:spPr>
          <a:xfrm>
            <a:off x="1" y="3103130"/>
            <a:ext cx="6095998" cy="3754869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BB1D88-D8E7-3E5F-EBA0-EA04E54CA196}"/>
              </a:ext>
            </a:extLst>
          </p:cNvPr>
          <p:cNvSpPr/>
          <p:nvPr userDrawn="1"/>
        </p:nvSpPr>
        <p:spPr>
          <a:xfrm>
            <a:off x="6096003" y="3103130"/>
            <a:ext cx="6095998" cy="3754869"/>
          </a:xfrm>
          <a:prstGeom prst="rect">
            <a:avLst/>
          </a:prstGeom>
          <a:solidFill>
            <a:srgbClr val="667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 userDrawn="1">
            <p:ph type="pic" sz="quarter" idx="27"/>
          </p:nvPr>
        </p:nvSpPr>
        <p:spPr>
          <a:xfrm>
            <a:off x="400052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1717C245-C3CF-0C9A-9342-8E443AF52F55}"/>
              </a:ext>
            </a:extLst>
          </p:cNvPr>
          <p:cNvSpPr>
            <a:spLocks noGrp="1"/>
          </p:cNvSpPr>
          <p:nvPr userDrawn="1">
            <p:ph type="pic" sz="quarter" idx="29"/>
          </p:nvPr>
        </p:nvSpPr>
        <p:spPr>
          <a:xfrm>
            <a:off x="6496050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90B40DF-4697-86B3-7C46-E7A57FA9DB2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E87140-6B7A-20FF-7DE9-C4F58B7A9FE0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2D2531-8F33-1A2F-E5F6-DE15C4ADDC2E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99350" y="1476286"/>
            <a:ext cx="11408336" cy="89984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7659BA3-C496-00C5-6876-222A1DEC1EB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75903" y="4309937"/>
            <a:ext cx="3712521" cy="354211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4534845-B545-E91F-DE0B-8607C072258B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375900" y="4770710"/>
            <a:ext cx="3712521" cy="118122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9BE436A9-0487-A867-2EE4-E33703A4DAF1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486557" y="4309937"/>
            <a:ext cx="3712521" cy="354211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8E863F51-B511-A241-42E8-1A801534E4CC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6486554" y="4770710"/>
            <a:ext cx="3712521" cy="118122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54D06C4-9251-BC84-D5DE-AB2EB23F89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363CF6E-5327-53C3-7BF8-0CBA361C8C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8081E5-52C9-71F9-503E-B543FCDF530C}"/>
              </a:ext>
            </a:extLst>
          </p:cNvPr>
          <p:cNvSpPr txBox="1"/>
          <p:nvPr userDrawn="1"/>
        </p:nvSpPr>
        <p:spPr>
          <a:xfrm>
            <a:off x="11163299" y="6378575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7A0E7680-05F7-D6F5-429C-B2C47816BFBC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870980823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A3B6B3-232E-2F95-F42B-F7316316F037}"/>
              </a:ext>
            </a:extLst>
          </p:cNvPr>
          <p:cNvSpPr/>
          <p:nvPr userDrawn="1"/>
        </p:nvSpPr>
        <p:spPr>
          <a:xfrm>
            <a:off x="2" y="2564307"/>
            <a:ext cx="12208626" cy="4293691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7563451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7580868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A270CDC-1948-4538-27DA-3600AC34F7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20038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9D8563D-E600-BD7A-BA1D-058F761807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20038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179C45C0-4577-B2F0-16BC-53D8C80DA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40726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FF4BCC0-D520-C861-CB16-F3CB74F6F8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40726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005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7435A72-10D4-E13F-E2E9-39A8603317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820039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D4F15DFF-92DF-9527-1AC1-A9CAE9325DE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241426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6C70AE7-E616-2CF0-D3A9-678D8D9121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86FBEEB-346D-75AF-DDA0-9DBF195B0E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5F7E6B7-87BE-AD2D-C9AD-012B6889B20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9930D981-31C8-2BA8-7E32-9D85B7578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419665767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89EFB4-C120-EB6D-F6C5-88A9AC20D6DB}"/>
              </a:ext>
            </a:extLst>
          </p:cNvPr>
          <p:cNvSpPr/>
          <p:nvPr userDrawn="1"/>
        </p:nvSpPr>
        <p:spPr>
          <a:xfrm>
            <a:off x="3" y="3103130"/>
            <a:ext cx="4063998" cy="3754869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BB1D88-D8E7-3E5F-EBA0-EA04E54CA196}"/>
              </a:ext>
            </a:extLst>
          </p:cNvPr>
          <p:cNvSpPr/>
          <p:nvPr userDrawn="1"/>
        </p:nvSpPr>
        <p:spPr>
          <a:xfrm>
            <a:off x="4064005" y="3103130"/>
            <a:ext cx="4063998" cy="3754869"/>
          </a:xfrm>
          <a:prstGeom prst="rect">
            <a:avLst/>
          </a:prstGeom>
          <a:solidFill>
            <a:srgbClr val="667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0021A6-4C96-950C-FA0B-87E082D1E328}"/>
              </a:ext>
            </a:extLst>
          </p:cNvPr>
          <p:cNvSpPr/>
          <p:nvPr userDrawn="1"/>
        </p:nvSpPr>
        <p:spPr>
          <a:xfrm>
            <a:off x="8128003" y="3103130"/>
            <a:ext cx="4063998" cy="3754869"/>
          </a:xfrm>
          <a:prstGeom prst="rect">
            <a:avLst/>
          </a:prstGeom>
          <a:solidFill>
            <a:srgbClr val="334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99351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 userDrawn="1">
            <p:ph type="pic" sz="quarter" idx="27"/>
          </p:nvPr>
        </p:nvSpPr>
        <p:spPr>
          <a:xfrm>
            <a:off x="400052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55286C9-AC10-36B7-9594-8A2B11D0A799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4484969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1717C245-C3CF-0C9A-9342-8E443AF52F55}"/>
              </a:ext>
            </a:extLst>
          </p:cNvPr>
          <p:cNvSpPr>
            <a:spLocks noGrp="1"/>
          </p:cNvSpPr>
          <p:nvPr userDrawn="1">
            <p:ph type="pic" sz="quarter" idx="29"/>
          </p:nvPr>
        </p:nvSpPr>
        <p:spPr>
          <a:xfrm>
            <a:off x="4485668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AC4D9F00-EEB0-8559-1792-02DCCCE860EC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8502493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3" name="Picture Placeholder 23">
            <a:extLst>
              <a:ext uri="{FF2B5EF4-FFF2-40B4-BE49-F238E27FC236}">
                <a16:creationId xmlns:a16="http://schemas.microsoft.com/office/drawing/2014/main" id="{CFEF38E8-E8C8-C8C6-0DB9-181A38D498D0}"/>
              </a:ext>
            </a:extLst>
          </p:cNvPr>
          <p:cNvSpPr>
            <a:spLocks noGrp="1"/>
          </p:cNvSpPr>
          <p:nvPr userDrawn="1">
            <p:ph type="pic" sz="quarter" idx="31"/>
          </p:nvPr>
        </p:nvSpPr>
        <p:spPr>
          <a:xfrm>
            <a:off x="8503191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90B40DF-4697-86B3-7C46-E7A57FA9DB2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E87140-6B7A-20FF-7DE9-C4F58B7A9FE0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2D2531-8F33-1A2F-E5F6-DE15C4ADDC2E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99350" y="1476286"/>
            <a:ext cx="11408336" cy="89984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B62E685-346F-5DBF-2B27-B701DE3C5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0EF365D-79F6-434C-D5ED-64A32BFDF2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18E8FAF9-953A-BE39-C77A-DD08ED8AA68A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4377B519-904A-7D58-028D-848610D33257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99883554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1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005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7435A72-10D4-E13F-E2E9-39A8603317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84788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B98C1FD5-50C4-9D44-D848-AD47F1D072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84788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F3BAD74-C1CF-E67E-45AF-03C20077EC0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87716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FBD355D-7BEF-9C2A-0BDE-A40EE1ED74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5382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6D8F0C-4D5F-DBEE-63B6-884BB7013E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6080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2C0FFC2A-FF55-C46A-F7FE-5E9C824432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37608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id="{B8697529-22AB-64ED-567A-757C29B63070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364446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AF2F9AA-04A7-ED08-805C-D2C3E26F77D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4448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3F06D6B-CD36-42CF-8815-3FF8AD5497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64446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B8F3DAD-89F6-40A8-BD2F-A791ECE20A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E17738-6020-D211-863B-93E98D6AB768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D4BC09-017E-9322-76FE-B25FD85CC55D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40B8B0B-B414-CD41-E15E-CEB947F55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9" name="Slide Number Placeholder 9">
            <a:extLst>
              <a:ext uri="{FF2B5EF4-FFF2-40B4-BE49-F238E27FC236}">
                <a16:creationId xmlns:a16="http://schemas.microsoft.com/office/drawing/2014/main" id="{099B58C4-5F9E-BFB3-C0D6-15D560C5033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651E8003-793B-3E39-D42C-A817C5DB7E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10903C9-1047-940C-07DB-6E91D46D1AFA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34" name="Picture 4">
              <a:extLst>
                <a:ext uri="{FF2B5EF4-FFF2-40B4-BE49-F238E27FC236}">
                  <a16:creationId xmlns:a16="http://schemas.microsoft.com/office/drawing/2014/main" id="{0E8CC163-B31A-9EF4-A56A-9E515B4C5D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35" name="Picture 4">
              <a:extLst>
                <a:ext uri="{FF2B5EF4-FFF2-40B4-BE49-F238E27FC236}">
                  <a16:creationId xmlns:a16="http://schemas.microsoft.com/office/drawing/2014/main" id="{3B972D39-F4F9-B43E-E3FC-2815A0FFD2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36" name="Picture 4">
              <a:extLst>
                <a:ext uri="{FF2B5EF4-FFF2-40B4-BE49-F238E27FC236}">
                  <a16:creationId xmlns:a16="http://schemas.microsoft.com/office/drawing/2014/main" id="{BE4116C5-1B5A-D2FA-E9B1-A8F0F87EB1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67557758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1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B98C1FD5-50C4-9D44-D848-AD47F1D072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3700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F3BAD74-C1CF-E67E-45AF-03C20077EC0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6628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FBD355D-7BEF-9C2A-0BDE-A40EE1ED74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24022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6D8F0C-4D5F-DBEE-63B6-884BB7013E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24720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AF2F9AA-04A7-ED08-805C-D2C3E26F77D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442270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3F06D6B-CD36-42CF-8815-3FF8AD5497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442270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4" name="Picture Placeholder 21">
            <a:extLst>
              <a:ext uri="{FF2B5EF4-FFF2-40B4-BE49-F238E27FC236}">
                <a16:creationId xmlns:a16="http://schemas.microsoft.com/office/drawing/2014/main" id="{9D77277B-E0B3-402E-83BC-03783DCE6A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6770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6C65BD8F-3C3F-4AC8-FD3A-5D43F8055E9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412891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21">
            <a:extLst>
              <a:ext uri="{FF2B5EF4-FFF2-40B4-BE49-F238E27FC236}">
                <a16:creationId xmlns:a16="http://schemas.microsoft.com/office/drawing/2014/main" id="{B946563E-2859-78DF-F01B-36319E566AF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418736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Picture Placeholder 21">
            <a:extLst>
              <a:ext uri="{FF2B5EF4-FFF2-40B4-BE49-F238E27FC236}">
                <a16:creationId xmlns:a16="http://schemas.microsoft.com/office/drawing/2014/main" id="{C879684E-B460-219E-A5CD-A0A967C2B8A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434311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D1BED77-EF94-E686-774C-5C5BD57752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C7D5C0-BDF8-5B5D-5B0F-9046DD650846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CDE0C6A9-D912-98CF-1DBC-26F5C8019D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22F74FEF-1248-33B0-AB4B-6FE3F5D33FE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39CD22FF-B819-7922-A4F8-1FE7FAAE0EF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6B08A05-A795-A0DB-C762-40BF7EEEB59F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29" name="Picture 4">
              <a:extLst>
                <a:ext uri="{FF2B5EF4-FFF2-40B4-BE49-F238E27FC236}">
                  <a16:creationId xmlns:a16="http://schemas.microsoft.com/office/drawing/2014/main" id="{1CBFC853-E29B-E720-BAA5-6B0DEE8ED0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30" name="Picture 4">
              <a:extLst>
                <a:ext uri="{FF2B5EF4-FFF2-40B4-BE49-F238E27FC236}">
                  <a16:creationId xmlns:a16="http://schemas.microsoft.com/office/drawing/2014/main" id="{0A092734-09D5-AA55-71C5-43DC5F14E2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31" name="Picture 4">
              <a:extLst>
                <a:ext uri="{FF2B5EF4-FFF2-40B4-BE49-F238E27FC236}">
                  <a16:creationId xmlns:a16="http://schemas.microsoft.com/office/drawing/2014/main" id="{AD32F1D3-A95E-0103-FFAD-1508EA65731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9718215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BAD7BF-FFAD-D393-0023-18801993154F}"/>
              </a:ext>
            </a:extLst>
          </p:cNvPr>
          <p:cNvSpPr/>
          <p:nvPr userDrawn="1"/>
        </p:nvSpPr>
        <p:spPr>
          <a:xfrm>
            <a:off x="2" y="1634071"/>
            <a:ext cx="5927090" cy="5223928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7093" y="0"/>
            <a:ext cx="6264908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5149145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2" y="1201783"/>
            <a:ext cx="516656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0" y="1985626"/>
            <a:ext cx="516656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66560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8FE4E7D-0FE3-EE71-8A08-526B79D401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8CB9279E-1E6A-7D0A-5EAA-EA86679E8F6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E20F977A-E225-81EC-67A3-57436B1F23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378247525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236D08-2AB2-BC80-56FE-DB43CC17F482}"/>
              </a:ext>
            </a:extLst>
          </p:cNvPr>
          <p:cNvSpPr/>
          <p:nvPr userDrawn="1"/>
        </p:nvSpPr>
        <p:spPr>
          <a:xfrm>
            <a:off x="8547652" y="-1"/>
            <a:ext cx="3660974" cy="6857999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7815D7BE-CB95-E5F8-442A-B133E97300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5097" y="1971512"/>
            <a:ext cx="2898155" cy="1632760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3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pullquote or key message from </a:t>
            </a:r>
            <a:br>
              <a:rPr lang="en-US"/>
            </a:br>
            <a:r>
              <a:rPr lang="en-US"/>
              <a:t>the main content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25F643D-73EC-C6E9-4703-6CE73188F2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551E874-811B-AA4D-4829-C5351316E2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0167B789-D854-0028-A268-ECCE8653F8F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7FAEC16B-969E-5A97-9E9F-A56BDB52F9D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598887836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49" y="1985626"/>
            <a:ext cx="1140833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11408334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E6AA2CE-A2FC-AFDC-F1D0-72DB3D659F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8C072E1-0A30-5829-D2C6-41755FE9AE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5D3A06A2-BA73-3A87-34CE-EC8C3A2EB7BC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BF741D41-07CC-5276-2CF5-CC2C418577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741347083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5E9FF38B-26C9-21A5-0403-142FB6E960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1186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580F3A2-48C1-7E56-952B-8614FE8F19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1184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E35228-F5E0-CD25-9531-E418FCD84A12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2A8852-4146-1D97-810C-56C2B66861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710FFA09-D800-BD94-47F0-451363675E9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7AA8E5C3-3722-70EB-CD40-136A92810C2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25937640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663BC1-6397-8B4A-5074-E6256EF37193}"/>
              </a:ext>
            </a:extLst>
          </p:cNvPr>
          <p:cNvSpPr/>
          <p:nvPr userDrawn="1"/>
        </p:nvSpPr>
        <p:spPr>
          <a:xfrm>
            <a:off x="3" y="1"/>
            <a:ext cx="6095998" cy="2276264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Picture Placeholder 21">
            <a:extLst>
              <a:ext uri="{FF2B5EF4-FFF2-40B4-BE49-F238E27FC236}">
                <a16:creationId xmlns:a16="http://schemas.microsoft.com/office/drawing/2014/main" id="{88A8C8D7-CBA5-DE81-8D09-C17E4CE5CE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"/>
            <a:ext cx="6096000" cy="227626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525445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0062" y="2697273"/>
            <a:ext cx="8310393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60063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1" y="1201783"/>
            <a:ext cx="527187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3A5B597-3CE5-808E-88ED-32B81855078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593" y="2697273"/>
            <a:ext cx="2211420" cy="3158779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introduction text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30A6163-E535-F0DD-51A4-FCEA5F181F65}"/>
              </a:ext>
            </a:extLst>
          </p:cNvPr>
          <p:cNvCxnSpPr/>
          <p:nvPr userDrawn="1"/>
        </p:nvCxnSpPr>
        <p:spPr>
          <a:xfrm flipH="1" flipV="1">
            <a:off x="2924784" y="2697273"/>
            <a:ext cx="0" cy="3158779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A1C510F2-24E7-24AB-939B-7D2DFD7624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50332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BC40CDC5-EFCA-E051-084E-6514E9D0A4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00149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E2EB7B48-6FAD-B363-1485-9A4AAB96B50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90417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44531745-4B37-5FE0-17B1-0FA05A3B11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749962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67F6C9A-4136-E12C-5261-A1C700B3B2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40230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A8D3FC3-CCAA-EC69-30E5-4BB46ADBD8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09501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CC7149E6-BE60-C980-CCD9-2ECBAE03D2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99772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6D7C73-DD5B-86E4-DDA4-95880F7DB3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04DAC75D-08CC-938B-D738-69476C3C258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B2F37249-AC68-7B5A-4362-3E6DB9B9D02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9FD03A6-9C3A-E610-1E57-21CAFFED0820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26" name="Picture 4">
              <a:extLst>
                <a:ext uri="{FF2B5EF4-FFF2-40B4-BE49-F238E27FC236}">
                  <a16:creationId xmlns:a16="http://schemas.microsoft.com/office/drawing/2014/main" id="{509B0EDA-9342-C8D8-AA53-864AFC0873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27" name="Picture 4">
              <a:extLst>
                <a:ext uri="{FF2B5EF4-FFF2-40B4-BE49-F238E27FC236}">
                  <a16:creationId xmlns:a16="http://schemas.microsoft.com/office/drawing/2014/main" id="{B790E11A-BCA8-55AE-3958-F03A8A558B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8" name="Picture 4">
              <a:extLst>
                <a:ext uri="{FF2B5EF4-FFF2-40B4-BE49-F238E27FC236}">
                  <a16:creationId xmlns:a16="http://schemas.microsoft.com/office/drawing/2014/main" id="{263ACCED-A8BB-0B54-CC9F-49F5454E72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6789991"/>
      </p:ext>
    </p:extLst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D6FFBE-BC2A-36ED-5F25-1C8F30D256A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788169496"/>
              </p:ext>
            </p:extLst>
          </p:nvPr>
        </p:nvGraphicFramePr>
        <p:xfrm>
          <a:off x="416768" y="2539856"/>
          <a:ext cx="11384281" cy="6299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1">
                  <a:extLst>
                    <a:ext uri="{9D8B030D-6E8A-4147-A177-3AD203B41FA5}">
                      <a16:colId xmlns:a16="http://schemas.microsoft.com/office/drawing/2014/main" val="1382175687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47031374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59890768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3771841006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999870903"/>
                    </a:ext>
                  </a:extLst>
                </a:gridCol>
              </a:tblGrid>
              <a:tr h="756068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E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264458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751582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921312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550155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37107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98272"/>
                  </a:ext>
                </a:extLst>
              </a:tr>
            </a:tbl>
          </a:graphicData>
        </a:graphic>
      </p:graphicFrame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1C928EE-C260-7F4E-5426-07601FF060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6768" y="1985626"/>
            <a:ext cx="5136747" cy="428236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7950C4E-C6FA-4CB3-E24D-57AE965EFB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5E034CF4-AD8B-FDD1-855D-B44ED30EF65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1D174A41-FECF-50DD-7B57-365B8B94C2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BDE9F4B-2D8B-67FA-88DF-B3A0F89D9343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23" name="Picture 4">
              <a:extLst>
                <a:ext uri="{FF2B5EF4-FFF2-40B4-BE49-F238E27FC236}">
                  <a16:creationId xmlns:a16="http://schemas.microsoft.com/office/drawing/2014/main" id="{EDF66E36-91DF-421D-AD46-458CD42016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24" name="Picture 4">
              <a:extLst>
                <a:ext uri="{FF2B5EF4-FFF2-40B4-BE49-F238E27FC236}">
                  <a16:creationId xmlns:a16="http://schemas.microsoft.com/office/drawing/2014/main" id="{54C99ABB-5B2A-39E9-F6D3-7E282B84CB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5" name="Picture 4">
              <a:extLst>
                <a:ext uri="{FF2B5EF4-FFF2-40B4-BE49-F238E27FC236}">
                  <a16:creationId xmlns:a16="http://schemas.microsoft.com/office/drawing/2014/main" id="{10E63A18-E8DA-D149-60D2-8089CDE742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1311122"/>
      </p:ext>
    </p:extLst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ph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CBDBB2E6-5C51-2EC2-3138-07D9FE924D1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155488004"/>
              </p:ext>
            </p:extLst>
          </p:nvPr>
        </p:nvGraphicFramePr>
        <p:xfrm>
          <a:off x="3694086" y="1808517"/>
          <a:ext cx="4516571" cy="3749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E1051591-71B9-688F-6FA0-79EB92B551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2742684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chart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3EC3C4-10BD-5A61-95F7-FA82FD084A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2765576"/>
            <a:ext cx="2742684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graphicFrame>
        <p:nvGraphicFramePr>
          <p:cNvPr id="12" name="Content Placeholder 15">
            <a:extLst>
              <a:ext uri="{FF2B5EF4-FFF2-40B4-BE49-F238E27FC236}">
                <a16:creationId xmlns:a16="http://schemas.microsoft.com/office/drawing/2014/main" id="{C7378800-8B46-7964-7406-2613E27DDD4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54288936"/>
              </p:ext>
            </p:extLst>
          </p:nvPr>
        </p:nvGraphicFramePr>
        <p:xfrm>
          <a:off x="7958356" y="1808517"/>
          <a:ext cx="4516571" cy="3749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Graphic 2">
            <a:extLst>
              <a:ext uri="{FF2B5EF4-FFF2-40B4-BE49-F238E27FC236}">
                <a16:creationId xmlns:a16="http://schemas.microsoft.com/office/drawing/2014/main" id="{8982F07B-026B-3168-C5CB-A51ED1239D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2EB80E90-BF19-82E2-C657-F52C75B8BDB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72B610C-6908-98D0-2F2E-0595A913C5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A0FAF2D-9EDB-77C5-B54F-03208E77CC61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2282479A-5E5F-AC66-CE9A-85072FD32B7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958A2F70-CA59-E9B0-55F1-12B583AEFB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4" name="Picture 4">
              <a:extLst>
                <a:ext uri="{FF2B5EF4-FFF2-40B4-BE49-F238E27FC236}">
                  <a16:creationId xmlns:a16="http://schemas.microsoft.com/office/drawing/2014/main" id="{CDE74929-108E-BCCA-C910-EA62FC80E2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9138931"/>
      </p:ext>
    </p:extLst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ph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15">
            <a:extLst>
              <a:ext uri="{FF2B5EF4-FFF2-40B4-BE49-F238E27FC236}">
                <a16:creationId xmlns:a16="http://schemas.microsoft.com/office/drawing/2014/main" id="{900C6176-281D-040E-1AC5-1F0A52BCD82A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374328456"/>
              </p:ext>
            </p:extLst>
          </p:nvPr>
        </p:nvGraphicFramePr>
        <p:xfrm>
          <a:off x="379896" y="2760373"/>
          <a:ext cx="4836283" cy="3109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A4A966-6BCB-7502-0C0E-12359B0086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1985626"/>
            <a:ext cx="266678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chart heading</a:t>
            </a:r>
          </a:p>
        </p:txBody>
      </p:sp>
      <p:graphicFrame>
        <p:nvGraphicFramePr>
          <p:cNvPr id="14" name="Content Placeholder 15">
            <a:extLst>
              <a:ext uri="{FF2B5EF4-FFF2-40B4-BE49-F238E27FC236}">
                <a16:creationId xmlns:a16="http://schemas.microsoft.com/office/drawing/2014/main" id="{5F87157A-05AF-A643-660D-6BFCDEF59AD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704437825"/>
              </p:ext>
            </p:extLst>
          </p:nvPr>
        </p:nvGraphicFramePr>
        <p:xfrm>
          <a:off x="6634785" y="2760373"/>
          <a:ext cx="4836283" cy="3109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B94EF1-3173-5FE1-C03C-A2EEE38410A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14800" y="2042758"/>
            <a:ext cx="1166802" cy="95341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Color 1 heading</a:t>
            </a:r>
          </a:p>
          <a:p>
            <a:pPr lvl="0"/>
            <a:r>
              <a:rPr lang="en-US"/>
              <a:t>Color 2 heading</a:t>
            </a:r>
          </a:p>
          <a:p>
            <a:pPr lvl="0"/>
            <a:r>
              <a:rPr lang="en-US"/>
              <a:t>Color 3 heading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D0375A-1177-53D4-89F2-F5FC715641E0}"/>
              </a:ext>
            </a:extLst>
          </p:cNvPr>
          <p:cNvSpPr/>
          <p:nvPr userDrawn="1"/>
        </p:nvSpPr>
        <p:spPr>
          <a:xfrm>
            <a:off x="3884292" y="2082985"/>
            <a:ext cx="155643" cy="155642"/>
          </a:xfrm>
          <a:prstGeom prst="rect">
            <a:avLst/>
          </a:prstGeom>
          <a:solidFill>
            <a:srgbClr val="000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2BDBF7-6312-5C2E-5208-3BC8D7347779}"/>
              </a:ext>
            </a:extLst>
          </p:cNvPr>
          <p:cNvSpPr/>
          <p:nvPr userDrawn="1"/>
        </p:nvSpPr>
        <p:spPr>
          <a:xfrm>
            <a:off x="3884292" y="2345632"/>
            <a:ext cx="155643" cy="15564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51BF7B-E5B7-064E-1596-09C884E07B5D}"/>
              </a:ext>
            </a:extLst>
          </p:cNvPr>
          <p:cNvSpPr/>
          <p:nvPr userDrawn="1"/>
        </p:nvSpPr>
        <p:spPr>
          <a:xfrm>
            <a:off x="3884292" y="2618008"/>
            <a:ext cx="155643" cy="155642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12020BB6-B349-9AC3-9B9E-7B4647B21DD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44515" y="1985626"/>
            <a:ext cx="266678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chart heading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916EC0C0-3340-116E-2A9E-C5F9EF55B9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359963" y="2042758"/>
            <a:ext cx="1166802" cy="95341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Color 1 heading</a:t>
            </a:r>
          </a:p>
          <a:p>
            <a:pPr lvl="0"/>
            <a:r>
              <a:rPr lang="en-US"/>
              <a:t>Color 2 heading</a:t>
            </a:r>
          </a:p>
          <a:p>
            <a:pPr lvl="0"/>
            <a:r>
              <a:rPr lang="en-US"/>
              <a:t>Color 3 heading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0E2BA2-5FEA-09A0-C114-B2B3FBA234CA}"/>
              </a:ext>
            </a:extLst>
          </p:cNvPr>
          <p:cNvSpPr/>
          <p:nvPr userDrawn="1"/>
        </p:nvSpPr>
        <p:spPr>
          <a:xfrm>
            <a:off x="10129455" y="2082985"/>
            <a:ext cx="155643" cy="155642"/>
          </a:xfrm>
          <a:prstGeom prst="rect">
            <a:avLst/>
          </a:prstGeom>
          <a:solidFill>
            <a:srgbClr val="000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98302C-FFC3-E197-29E7-7398CEAA1203}"/>
              </a:ext>
            </a:extLst>
          </p:cNvPr>
          <p:cNvSpPr/>
          <p:nvPr userDrawn="1"/>
        </p:nvSpPr>
        <p:spPr>
          <a:xfrm>
            <a:off x="10129455" y="2345632"/>
            <a:ext cx="155643" cy="15564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7EE772-E0F3-CFA8-41DA-667F14BCFAFB}"/>
              </a:ext>
            </a:extLst>
          </p:cNvPr>
          <p:cNvSpPr/>
          <p:nvPr userDrawn="1"/>
        </p:nvSpPr>
        <p:spPr>
          <a:xfrm>
            <a:off x="10129455" y="2618008"/>
            <a:ext cx="155643" cy="155642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8646D92-4835-3882-06B3-1AEB55DC04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00DF300C-9EC7-0EFD-1D87-F78F01EA1A2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D10809F-3CA4-D9B0-A3E5-C7EC9267C0D4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E3F6C7A8-FCE2-4682-4E39-3A3CDDF68B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C3A3CE14-C6F0-E584-4C17-BEE9D93593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613DFF77-1DD5-9682-46CD-BD65E64A65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14EAEBF-05F1-5853-E8C3-B915FB3FC19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110458387"/>
      </p:ext>
    </p:extLst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318649"/>
            <a:ext cx="11443061" cy="300153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2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470" y="5053606"/>
            <a:ext cx="11443061" cy="505097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to lead on from stat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3074C10A-BAE0-2952-5D39-DFEE103B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11418180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D3F123B-979E-A246-B96A-67D57FA19A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A4243A8-5019-0BAE-5DFE-B1C8DE7DB6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0ECF6554-520C-04D8-83C0-012FF4306F42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AAC50592-42EC-C920-2ADC-922CCDA24FC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171259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arge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349" y="2318649"/>
            <a:ext cx="5696651" cy="1492099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1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49" y="3825952"/>
            <a:ext cx="5696651" cy="173996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</a:t>
            </a:r>
            <a:br>
              <a:rPr lang="en-US"/>
            </a:br>
            <a:r>
              <a:rPr lang="en-US"/>
              <a:t>to lead on from stat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3074C10A-BAE0-2952-5D39-DFEE103B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2" y="1979362"/>
            <a:ext cx="5696649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3DA9141-2FA0-43D2-4FF0-085F5BE123F2}"/>
              </a:ext>
            </a:extLst>
          </p:cNvPr>
          <p:cNvCxnSpPr/>
          <p:nvPr userDrawn="1"/>
        </p:nvCxnSpPr>
        <p:spPr>
          <a:xfrm flipH="1">
            <a:off x="6096000" y="1972147"/>
            <a:ext cx="0" cy="3586556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6BFAC21-0655-5E09-7BA6-05EE94A866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17226" y="2318649"/>
            <a:ext cx="5690462" cy="150730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1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DB3E8F37-65C2-1141-F298-5649C3B781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17226" y="1979362"/>
            <a:ext cx="5690462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BF0EBAF0-E764-491A-37FC-B9972C5C30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17224" y="3825952"/>
            <a:ext cx="5690462" cy="173996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</a:t>
            </a:r>
            <a:br>
              <a:rPr lang="en-US"/>
            </a:br>
            <a:r>
              <a:rPr lang="en-US"/>
              <a:t>to lead on from stat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2107D50-58EE-71C7-EC95-F2124636D5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62597A6-FF3C-D1E7-D184-45A58122AD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E5252BCE-E6FB-D93B-08BD-94D456AFFA2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7C6EA471-A56A-7728-24A3-90979412DBA2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8210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Large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351" y="1667336"/>
            <a:ext cx="3398926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XX,XXX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261E9CF2-DF8C-F184-044A-E7418E7523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9351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5CE0D850-00A2-2869-6ABC-3AB860E4BC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1801" y="1667336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F7290E6-C2F2-E204-09A6-52BAEF5807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03134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3659DF3-0D55-D08D-A094-457DA09A13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5586" y="1667336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$XX,XXX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886AD954-8CD2-030A-36CF-B8A5E782F0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06919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9AF6072-6784-77CC-FD7D-F9383D98D8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9351" y="4023675"/>
            <a:ext cx="3398926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310162A-17E1-6A87-538F-1E98AB50F10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9351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9AF0DEF-DC09-7313-18A4-D7030A9873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21801" y="4023675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XX,XXX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1F2556C-43F7-F306-BE95-1C7ED8D60F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03134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65786BF-46E1-48A1-88CF-122C298516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25586" y="4023675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27F10C66-CE06-829D-AEA0-6B01BE82A60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06919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5E0300-0034-C452-6D4B-7AB84A7805CA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BDFCB9E-1427-ADAA-03A5-025AA025E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7F1F4C1C-653D-E7E3-38F7-FD2012F49353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BEC30A4-E0C7-7AC2-E188-4CDD207ABE9D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283F59CB-9511-1BA4-816F-4A1EFD7A000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4" name="Picture 4">
              <a:extLst>
                <a:ext uri="{FF2B5EF4-FFF2-40B4-BE49-F238E27FC236}">
                  <a16:creationId xmlns:a16="http://schemas.microsoft.com/office/drawing/2014/main" id="{CAC73796-6332-2692-546F-0DC4219766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7" name="Picture 4">
              <a:extLst>
                <a:ext uri="{FF2B5EF4-FFF2-40B4-BE49-F238E27FC236}">
                  <a16:creationId xmlns:a16="http://schemas.microsoft.com/office/drawing/2014/main" id="{AE44A76F-B6FD-7905-4C80-1F77DC4C10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5D9397CC-CA53-11EB-E8CF-435A4BD40B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01909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Question mark boxes">
            <a:extLst>
              <a:ext uri="{FF2B5EF4-FFF2-40B4-BE49-F238E27FC236}">
                <a16:creationId xmlns:a16="http://schemas.microsoft.com/office/drawing/2014/main" id="{A67F9B00-7B0C-4D24-04C2-38E1896DA0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227" y="0"/>
            <a:ext cx="12191550" cy="6858000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321853"/>
            <a:ext cx="11443061" cy="2214297"/>
          </a:xfrm>
          <a:prstGeom prst="rect">
            <a:avLst/>
          </a:prstGeom>
        </p:spPr>
        <p:txBody>
          <a:bodyPr wrap="square" lIns="0" anchor="ctr">
            <a:noAutofit/>
          </a:bodyPr>
          <a:lstStyle>
            <a:lvl1pPr marL="0" indent="0" algn="ctr">
              <a:buNone/>
              <a:defRPr sz="54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Questions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8401B9-05E9-23EF-1A44-F95A78DD0C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7744" y="5971033"/>
            <a:ext cx="1898354" cy="830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85811D-8C33-7B01-8787-B5BD7EEE56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72016" y="6035040"/>
            <a:ext cx="1031079" cy="6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67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0542382" cy="1027499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end slide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3595044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 here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Picture 2" descr="A black and blue rectangle with a black background&#10;&#10;AI-generated content may be incorrect.">
            <a:extLst>
              <a:ext uri="{FF2B5EF4-FFF2-40B4-BE49-F238E27FC236}">
                <a16:creationId xmlns:a16="http://schemas.microsoft.com/office/drawing/2014/main" id="{40483CA1-7DDE-6582-B6A1-80F351408A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0ECC">
                <a:tint val="45000"/>
                <a:satMod val="400000"/>
              </a:srgbClr>
            </a:duotone>
          </a:blip>
          <a:srcRect t="-1861" r="1460" b="733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41048BA-84EB-0E0D-ECF1-F2A7B66E4D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0C181E3-CBBF-47DC-1551-C6F46AE183BD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0D5CAE1D-D66B-8D56-9141-14564CF9C8F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BBE4F4A7-1B4E-CC88-E30B-27642BD0CC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81C28844-B87B-E8D7-8FB9-F70A376B2B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4959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/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698171"/>
            <a:ext cx="11443061" cy="221429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pullquote </a:t>
            </a:r>
            <a:br>
              <a:rPr lang="en-US"/>
            </a:br>
            <a:r>
              <a:rPr lang="en-US"/>
              <a:t>or key message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C396BA70-4D20-197B-ABFC-4C68EB70A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11418180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NAME AND JOB TITLE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4E2D77B-1861-F772-A2AD-6B67B4A3A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B6D92BE-3D96-2B6D-5AA9-4F2B635B0D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31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5303525"/>
            <a:ext cx="11526757" cy="387412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legal information heading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6B2EA81A-B50D-A42E-E792-55767F9AC7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3941" y="5690938"/>
            <a:ext cx="11526757" cy="907717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legal information body copy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9FD944F-EBAF-4BB6-D280-C5A8787F87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EDCD738-10CA-CF71-5BA8-8165A0AFFC00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3CE332CF-C6BC-87B6-1172-14620EEBCE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E7E1EA47-5155-2D6D-93DC-E19029E37A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48898"/>
              <a:ext cx="1133856" cy="200912"/>
            </a:xfrm>
            <a:prstGeom prst="rect">
              <a:avLst/>
            </a:prstGeom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168B7976-69D0-2EDE-64A7-727C657D59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5131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7778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5527740" cy="1609821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0" y="4425219"/>
            <a:ext cx="5527740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5527740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C3C818F-587E-CA93-6C9A-D0ED2BFF14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457300-D040-A31C-EB1C-CFF927B3C5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1" y="320272"/>
            <a:ext cx="1975104" cy="119888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B9B8097-EB7F-B3AB-5611-55752DC578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7744" y="5971033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329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1526759" cy="1609821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19"/>
            <a:ext cx="11526757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39" y="1980404"/>
            <a:ext cx="11526757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7620298-25EA-8EB0-C5A3-2B317EE94C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301754" y="100585"/>
            <a:ext cx="2276905" cy="9957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03A749-8B2D-EC26-EC42-8EAEA45D22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44202" y="274320"/>
            <a:ext cx="1114754" cy="67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269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2567544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title over 2 lines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20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2" name="Picture 1" descr="A blue and white lines on a black background&#10;&#10;AI-generated content may be incorrect.">
            <a:extLst>
              <a:ext uri="{FF2B5EF4-FFF2-40B4-BE49-F238E27FC236}">
                <a16:creationId xmlns:a16="http://schemas.microsoft.com/office/drawing/2014/main" id="{D854ECD0-24E0-6646-05A0-B1910DA209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6526D9">
                <a:tint val="45000"/>
                <a:satMod val="400000"/>
              </a:srgbClr>
            </a:duotone>
          </a:blip>
          <a:srcRect l="47286" t="15937" b="11359"/>
          <a:stretch>
            <a:fillRect/>
          </a:stretch>
        </p:blipFill>
        <p:spPr>
          <a:xfrm>
            <a:off x="6660683" y="0"/>
            <a:ext cx="4972251" cy="6858000"/>
          </a:xfrm>
          <a:prstGeom prst="rect">
            <a:avLst/>
          </a:prstGeom>
          <a:solidFill>
            <a:srgbClr val="C1A8F0"/>
          </a:solidFill>
        </p:spPr>
      </p:pic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6A7FF0E-113F-D7E1-BC1F-35E4AFF57B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42834" y="278373"/>
            <a:ext cx="1133856" cy="67464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604BF43-CD86-75B7-1055-FAF7127A0A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88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20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4" name="Picture 3" descr="A blue and white lines on a black background&#10;&#10;AI-generated content may be incorrect.">
            <a:extLst>
              <a:ext uri="{FF2B5EF4-FFF2-40B4-BE49-F238E27FC236}">
                <a16:creationId xmlns:a16="http://schemas.microsoft.com/office/drawing/2014/main" id="{794F9825-6E1C-50CC-5145-8AF009BA0D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6526D9">
                <a:tint val="45000"/>
                <a:satMod val="400000"/>
              </a:srgbClr>
            </a:duotone>
          </a:blip>
          <a:srcRect l="47286" t="15937" b="11359"/>
          <a:stretch>
            <a:fillRect/>
          </a:stretch>
        </p:blipFill>
        <p:spPr>
          <a:xfrm>
            <a:off x="6660683" y="0"/>
            <a:ext cx="4972251" cy="6858000"/>
          </a:xfrm>
          <a:prstGeom prst="rect">
            <a:avLst/>
          </a:prstGeom>
        </p:spPr>
      </p:pic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99978693-06C5-3C60-0FBD-5BF20451CD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2567544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title over 2 lines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5519666-386F-02D4-8916-AA7F1BA575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9067BDC-9D35-6580-11C4-A6555116C42F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929A602D-67E1-D001-5609-B9AB8A8B5A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61467B14-EC35-112D-9E73-A4E9B06C55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48898"/>
              <a:ext cx="1133856" cy="200912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E8CC959F-3236-E47E-544C-8C0D518C8C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5131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0973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3B3F1EA6-A386-AF1F-80AF-2A894C6CE145}"/>
              </a:ext>
            </a:extLst>
          </p:cNvPr>
          <p:cNvSpPr/>
          <p:nvPr userDrawn="1"/>
        </p:nvSpPr>
        <p:spPr>
          <a:xfrm>
            <a:off x="1" y="2524837"/>
            <a:ext cx="11321143" cy="4327815"/>
          </a:xfrm>
          <a:prstGeom prst="round1Rect">
            <a:avLst>
              <a:gd name="adj" fmla="val 8642"/>
            </a:avLst>
          </a:prstGeom>
          <a:solidFill>
            <a:srgbClr val="C1A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3877730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5735407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3290590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51422BD-5925-3D3B-8AFE-978C6DA92F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F3F6C27-CFAA-DB51-1D75-90E048D10C1A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5C7FBBC-9539-704A-D75D-7F60022627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B7C758D4-5D40-7302-91FA-17FDF7AC6F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48898"/>
              <a:ext cx="1133856" cy="200912"/>
            </a:xfrm>
            <a:prstGeom prst="rect">
              <a:avLst/>
            </a:prstGeom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3AE70C7C-5FB8-3623-1946-20BA904FC7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5131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2116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0542382" cy="1027499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3595044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Picture 2" descr="A black and blue rectangle with a black background&#10;&#10;AI-generated content may be incorrect.">
            <a:extLst>
              <a:ext uri="{FF2B5EF4-FFF2-40B4-BE49-F238E27FC236}">
                <a16:creationId xmlns:a16="http://schemas.microsoft.com/office/drawing/2014/main" id="{40483CA1-7DDE-6582-B6A1-80F351408A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6526D9">
                <a:tint val="45000"/>
                <a:satMod val="400000"/>
              </a:srgbClr>
            </a:duotone>
          </a:blip>
          <a:srcRect t="-1861" r="1460" b="733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9FB5E4F-3C97-1477-EB2F-54141FC94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F5AF982-C402-77E5-A932-9F34DCB9289A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A8B0F343-FF28-6569-EB52-C0988F6158F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30B9AB38-4E09-3573-8EA2-BD7296E09E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48898"/>
              <a:ext cx="1133856" cy="200912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F21ED399-F45E-E363-73A2-BCDE6F5162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5131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2819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 content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11373556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agenda/contents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19556"/>
            <a:ext cx="4391662" cy="3262039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 point 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3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4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5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6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7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1139097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560BF24-F24F-03C4-143B-8B5F7160A5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87712" y="1919557"/>
            <a:ext cx="2213276" cy="326203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  <a:p>
            <a:pPr lvl="0"/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8D02FB9-C8DE-061D-21F5-38692F1B16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012D04C-F729-FBD2-C1E4-DDF45A2DB2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939E420E-F8E7-A4B9-8987-AAC20FFE7455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BF4AC93-5B6C-0E95-D7D7-3776342005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732587154"/>
      </p:ext>
    </p:extLst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 content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 Single Corner Rectangle 14">
            <a:extLst>
              <a:ext uri="{FF2B5EF4-FFF2-40B4-BE49-F238E27FC236}">
                <a16:creationId xmlns:a16="http://schemas.microsoft.com/office/drawing/2014/main" id="{79951BE3-C64C-96DE-F492-05642CACBA63}"/>
              </a:ext>
            </a:extLst>
          </p:cNvPr>
          <p:cNvSpPr/>
          <p:nvPr userDrawn="1"/>
        </p:nvSpPr>
        <p:spPr>
          <a:xfrm>
            <a:off x="1" y="3358154"/>
            <a:ext cx="11321143" cy="3499846"/>
          </a:xfrm>
          <a:prstGeom prst="round1Rect">
            <a:avLst>
              <a:gd name="adj" fmla="val 8642"/>
            </a:avLst>
          </a:prstGeom>
          <a:solidFill>
            <a:srgbClr val="C1A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71" y="354221"/>
            <a:ext cx="9807685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agenda/contents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1139097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184A916-E3C1-011E-174D-8E86659E01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4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1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501826AD-E1A6-B420-53D8-B808B588B1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97411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B0317D6-D099-851A-87A1-EA1B30A043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97410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2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2660C88E-F62C-7E2D-C7E3-4E0D4EA512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95466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047FA9-BDA7-FA64-EE96-6E8CEF5073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95467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3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C9F945B-FC03-7090-3376-2FC2E63FA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93521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40631B4-9E86-7EF7-E4C9-6C18B40EDC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93524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552BAF-12CF-B75D-8C5B-09739067BD3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9354" y="4688933"/>
            <a:ext cx="2030932" cy="39851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EBFFE812-E199-389F-EF2E-595D7D135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97410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5A71E3D-A374-E6D9-B724-7B410AD496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95467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BADA2ED3-6513-39F1-787A-3034E3B4FA5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93524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B564FAF-C833-4FC4-F9D0-B2D091D3A6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D267854-C0EB-0365-3992-605CD46218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22" name="Slide Number Placeholder 9">
            <a:extLst>
              <a:ext uri="{FF2B5EF4-FFF2-40B4-BE49-F238E27FC236}">
                <a16:creationId xmlns:a16="http://schemas.microsoft.com/office/drawing/2014/main" id="{B34374AA-1B86-AC89-10D6-E442DE9EC388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42FA87D9-BAE0-079C-B32A-8B937FBB5A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480227067"/>
      </p:ext>
    </p:extLst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98172"/>
            <a:ext cx="11523593" cy="111618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3814355"/>
            <a:ext cx="11523593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76E487-0A24-DFAA-9652-38E414703F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0ECC">
                <a:tint val="45000"/>
                <a:satMod val="400000"/>
              </a:srgbClr>
            </a:duotone>
          </a:blip>
          <a:srcRect l="-19050" t="-1855" r="19303" b="72969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B695B5E-B0C7-EFC3-ADB8-C68EC220F5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7744" y="5971033"/>
            <a:ext cx="1898354" cy="830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69296E-6594-1A33-C77B-79DFA44148F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72016" y="6035040"/>
            <a:ext cx="1031079" cy="6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73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C6D569-A1F3-283A-846C-C17E78E640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0ECC">
                <a:tint val="45000"/>
                <a:satMod val="400000"/>
              </a:srgbClr>
            </a:duotone>
          </a:blip>
          <a:srcRect l="-18313" t="-2383" r="18313" b="734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98172"/>
            <a:ext cx="11523593" cy="111618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3814355"/>
            <a:ext cx="11523593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DF5B140-6E59-9059-DFC3-0FAFCE12DE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63971AE-003E-1C47-32F6-144ED3A155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787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12620"/>
            <a:ext cx="5533284" cy="1632760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4495998"/>
            <a:ext cx="5533284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Picture Placeholder 21">
            <a:extLst>
              <a:ext uri="{FF2B5EF4-FFF2-40B4-BE49-F238E27FC236}">
                <a16:creationId xmlns:a16="http://schemas.microsoft.com/office/drawing/2014/main" id="{9EE37199-8A95-EE19-1572-77F458BD1E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5498FF6-6D36-AACB-0023-B249123880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B1583C2A-1EBE-10B3-486E-8EAABD70E038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ED6BA37D-1ABE-FC85-B2D4-E31AA5862D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201579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B8F3DAD-89F6-40A8-BD2F-A791ECE20A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E17738-6020-D211-863B-93E98D6AB768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D4BC09-017E-9322-76FE-B25FD85CC55D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C1A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F1CCE8F-4CBD-5608-5C52-6AEBF192B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6BE61E89-DC5E-96D5-346D-E76AE886759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5268339-B786-2A6F-2C1D-61FC27DEBD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EDE2BB-7662-E808-477B-38CE5D2392A5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22" name="Picture 4">
              <a:extLst>
                <a:ext uri="{FF2B5EF4-FFF2-40B4-BE49-F238E27FC236}">
                  <a16:creationId xmlns:a16="http://schemas.microsoft.com/office/drawing/2014/main" id="{B70D244A-4D9F-12EA-C5CA-D4548EDAD8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23" name="Picture 4">
              <a:extLst>
                <a:ext uri="{FF2B5EF4-FFF2-40B4-BE49-F238E27FC236}">
                  <a16:creationId xmlns:a16="http://schemas.microsoft.com/office/drawing/2014/main" id="{6080F283-CD2A-B263-A4FB-23FE92215F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4" name="Picture 4">
              <a:extLst>
                <a:ext uri="{FF2B5EF4-FFF2-40B4-BE49-F238E27FC236}">
                  <a16:creationId xmlns:a16="http://schemas.microsoft.com/office/drawing/2014/main" id="{65E4606A-917B-FE9E-5B54-43B18C34BA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5998182"/>
      </p:ext>
    </p:extLst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9904" y="0"/>
            <a:ext cx="4012096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7315876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2522921"/>
            <a:ext cx="5527740" cy="291409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“Click to edit opening/welcome statement or quote here over multiple lines”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2" y="1201783"/>
            <a:ext cx="733329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59B32BE6-240E-0050-F325-7C830349B5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5527740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NAME AND JOB TITLE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904BBCD-4340-2C81-2B7E-97276791F2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BDBB5910-30E8-9AFE-CC6C-19FAB19CDE5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4B5CA-0200-DE71-836E-69A87D28134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962691781"/>
      </p:ext>
    </p:extLst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1D03BBF-5C2F-7207-B480-E1A4A0F464E7}"/>
              </a:ext>
            </a:extLst>
          </p:cNvPr>
          <p:cNvSpPr/>
          <p:nvPr userDrawn="1"/>
        </p:nvSpPr>
        <p:spPr>
          <a:xfrm>
            <a:off x="8748110" y="-1"/>
            <a:ext cx="3460516" cy="6857999"/>
          </a:xfrm>
          <a:prstGeom prst="rect">
            <a:avLst/>
          </a:prstGeom>
          <a:solidFill>
            <a:srgbClr val="C1A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98" y="354221"/>
            <a:ext cx="3460516" cy="617958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7563451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1985626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7580868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3015658-2C82-2707-A3D2-5BFD6DAB2D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2765576"/>
            <a:ext cx="3083582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8DF21F77-7EA1-DE06-D607-56C35B62422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90945" y="2765576"/>
            <a:ext cx="3083582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ECAB680-709B-0D69-510F-ACE7C562CF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90945" y="1985626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EC9A08F-E270-2355-33D7-B96EE3B9F3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2951F7B5-136B-5CA9-0A58-BBDC116673A7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CF03BAE-69C2-D627-9EE8-83C90FE100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986476818"/>
      </p:ext>
    </p:extLst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89EFB4-C120-EB6D-F6C5-88A9AC20D6DB}"/>
              </a:ext>
            </a:extLst>
          </p:cNvPr>
          <p:cNvSpPr/>
          <p:nvPr userDrawn="1"/>
        </p:nvSpPr>
        <p:spPr>
          <a:xfrm>
            <a:off x="1" y="3103130"/>
            <a:ext cx="6095998" cy="3754869"/>
          </a:xfrm>
          <a:prstGeom prst="rect">
            <a:avLst/>
          </a:prstGeom>
          <a:solidFill>
            <a:srgbClr val="C1A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BB1D88-D8E7-3E5F-EBA0-EA04E54CA196}"/>
              </a:ext>
            </a:extLst>
          </p:cNvPr>
          <p:cNvSpPr/>
          <p:nvPr userDrawn="1"/>
        </p:nvSpPr>
        <p:spPr>
          <a:xfrm>
            <a:off x="6096003" y="3103130"/>
            <a:ext cx="6095998" cy="3754869"/>
          </a:xfrm>
          <a:prstGeom prst="rect">
            <a:avLst/>
          </a:prstGeom>
          <a:solidFill>
            <a:srgbClr val="A37D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 userDrawn="1">
            <p:ph type="pic" sz="quarter" idx="27"/>
          </p:nvPr>
        </p:nvSpPr>
        <p:spPr>
          <a:xfrm>
            <a:off x="400052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1717C245-C3CF-0C9A-9342-8E443AF52F55}"/>
              </a:ext>
            </a:extLst>
          </p:cNvPr>
          <p:cNvSpPr>
            <a:spLocks noGrp="1"/>
          </p:cNvSpPr>
          <p:nvPr userDrawn="1">
            <p:ph type="pic" sz="quarter" idx="29"/>
          </p:nvPr>
        </p:nvSpPr>
        <p:spPr>
          <a:xfrm>
            <a:off x="6496050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90B40DF-4697-86B3-7C46-E7A57FA9DB2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E87140-6B7A-20FF-7DE9-C4F58B7A9FE0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2D2531-8F33-1A2F-E5F6-DE15C4ADDC2E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99350" y="1476286"/>
            <a:ext cx="11408336" cy="89984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7659BA3-C496-00C5-6876-222A1DEC1EB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75903" y="4309937"/>
            <a:ext cx="3712521" cy="354211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4534845-B545-E91F-DE0B-8607C072258B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375900" y="4770710"/>
            <a:ext cx="3712521" cy="118122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9BE436A9-0487-A867-2EE4-E33703A4DAF1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486557" y="4309937"/>
            <a:ext cx="3712521" cy="354211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8E863F51-B511-A241-42E8-1A801534E4CC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6486554" y="4770710"/>
            <a:ext cx="3712521" cy="118122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54D06C4-9251-BC84-D5DE-AB2EB23F89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363CF6E-5327-53C3-7BF8-0CBA361C8C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8081E5-52C9-71F9-503E-B543FCDF530C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7A0E7680-05F7-D6F5-429C-B2C47816BFBC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645589727"/>
      </p:ext>
    </p:extLst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A3B6B3-232E-2F95-F42B-F7316316F037}"/>
              </a:ext>
            </a:extLst>
          </p:cNvPr>
          <p:cNvSpPr/>
          <p:nvPr userDrawn="1"/>
        </p:nvSpPr>
        <p:spPr>
          <a:xfrm>
            <a:off x="2" y="2564307"/>
            <a:ext cx="12208626" cy="4293691"/>
          </a:xfrm>
          <a:prstGeom prst="rect">
            <a:avLst/>
          </a:prstGeom>
          <a:solidFill>
            <a:srgbClr val="C1A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7563451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7580868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A270CDC-1948-4538-27DA-3600AC34F7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20038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9D8563D-E600-BD7A-BA1D-058F761807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20038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179C45C0-4577-B2F0-16BC-53D8C80DA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40726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FF4BCC0-D520-C861-CB16-F3CB74F6F8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40726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005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7435A72-10D4-E13F-E2E9-39A8603317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820039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D4F15DFF-92DF-9527-1AC1-A9CAE9325DE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241426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6C70AE7-E616-2CF0-D3A9-678D8D9121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86FBEEB-346D-75AF-DDA0-9DBF195B0E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5F7E6B7-87BE-AD2D-C9AD-012B6889B20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9930D981-31C8-2BA8-7E32-9D85B7578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676790379"/>
      </p:ext>
    </p:extLst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89EFB4-C120-EB6D-F6C5-88A9AC20D6DB}"/>
              </a:ext>
            </a:extLst>
          </p:cNvPr>
          <p:cNvSpPr/>
          <p:nvPr userDrawn="1"/>
        </p:nvSpPr>
        <p:spPr>
          <a:xfrm>
            <a:off x="3" y="3103130"/>
            <a:ext cx="4063998" cy="3754869"/>
          </a:xfrm>
          <a:prstGeom prst="rect">
            <a:avLst/>
          </a:prstGeom>
          <a:solidFill>
            <a:srgbClr val="C1A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BB1D88-D8E7-3E5F-EBA0-EA04E54CA196}"/>
              </a:ext>
            </a:extLst>
          </p:cNvPr>
          <p:cNvSpPr/>
          <p:nvPr userDrawn="1"/>
        </p:nvSpPr>
        <p:spPr>
          <a:xfrm>
            <a:off x="4064005" y="3103130"/>
            <a:ext cx="4063998" cy="3754869"/>
          </a:xfrm>
          <a:prstGeom prst="rect">
            <a:avLst/>
          </a:prstGeom>
          <a:solidFill>
            <a:srgbClr val="A37D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0021A6-4C96-950C-FA0B-87E082D1E328}"/>
              </a:ext>
            </a:extLst>
          </p:cNvPr>
          <p:cNvSpPr/>
          <p:nvPr userDrawn="1"/>
        </p:nvSpPr>
        <p:spPr>
          <a:xfrm>
            <a:off x="8128003" y="3103130"/>
            <a:ext cx="4063998" cy="3754869"/>
          </a:xfrm>
          <a:prstGeom prst="rect">
            <a:avLst/>
          </a:prstGeom>
          <a:solidFill>
            <a:srgbClr val="8452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99351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 userDrawn="1">
            <p:ph type="pic" sz="quarter" idx="27"/>
          </p:nvPr>
        </p:nvSpPr>
        <p:spPr>
          <a:xfrm>
            <a:off x="400052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55286C9-AC10-36B7-9594-8A2B11D0A799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4484969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1717C245-C3CF-0C9A-9342-8E443AF52F55}"/>
              </a:ext>
            </a:extLst>
          </p:cNvPr>
          <p:cNvSpPr>
            <a:spLocks noGrp="1"/>
          </p:cNvSpPr>
          <p:nvPr userDrawn="1">
            <p:ph type="pic" sz="quarter" idx="29"/>
          </p:nvPr>
        </p:nvSpPr>
        <p:spPr>
          <a:xfrm>
            <a:off x="4485668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AC4D9F00-EEB0-8559-1792-02DCCCE860EC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8502493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3" name="Picture Placeholder 23">
            <a:extLst>
              <a:ext uri="{FF2B5EF4-FFF2-40B4-BE49-F238E27FC236}">
                <a16:creationId xmlns:a16="http://schemas.microsoft.com/office/drawing/2014/main" id="{CFEF38E8-E8C8-C8C6-0DB9-181A38D498D0}"/>
              </a:ext>
            </a:extLst>
          </p:cNvPr>
          <p:cNvSpPr>
            <a:spLocks noGrp="1"/>
          </p:cNvSpPr>
          <p:nvPr userDrawn="1">
            <p:ph type="pic" sz="quarter" idx="31"/>
          </p:nvPr>
        </p:nvSpPr>
        <p:spPr>
          <a:xfrm>
            <a:off x="8503191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90B40DF-4697-86B3-7C46-E7A57FA9DB2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E87140-6B7A-20FF-7DE9-C4F58B7A9FE0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2D2531-8F33-1A2F-E5F6-DE15C4ADDC2E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99350" y="1476286"/>
            <a:ext cx="11408336" cy="89984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B62E685-346F-5DBF-2B27-B701DE3C5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0EF365D-79F6-434C-D5ED-64A32BFDF2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18E8FAF9-953A-BE39-C77A-DD08ED8AA68A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4377B519-904A-7D58-028D-848610D33257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444756134"/>
      </p:ext>
    </p:extLst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1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005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7435A72-10D4-E13F-E2E9-39A8603317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84788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B98C1FD5-50C4-9D44-D848-AD47F1D072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84788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F3BAD74-C1CF-E67E-45AF-03C20077EC0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87716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FBD355D-7BEF-9C2A-0BDE-A40EE1ED74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5382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6D8F0C-4D5F-DBEE-63B6-884BB7013E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6080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2C0FFC2A-FF55-C46A-F7FE-5E9C824432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37608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id="{B8697529-22AB-64ED-567A-757C29B63070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364446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AF2F9AA-04A7-ED08-805C-D2C3E26F77D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4448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3F06D6B-CD36-42CF-8815-3FF8AD5497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64446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B8F3DAD-89F6-40A8-BD2F-A791ECE20A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E17738-6020-D211-863B-93E98D6AB768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D4BC09-017E-9322-76FE-B25FD85CC55D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C1A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40B8B0B-B414-CD41-E15E-CEB947F55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9" name="Slide Number Placeholder 9">
            <a:extLst>
              <a:ext uri="{FF2B5EF4-FFF2-40B4-BE49-F238E27FC236}">
                <a16:creationId xmlns:a16="http://schemas.microsoft.com/office/drawing/2014/main" id="{099B58C4-5F9E-BFB3-C0D6-15D560C5033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651E8003-793B-3E39-D42C-A817C5DB7E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E4FF31-47CC-DF5F-134E-B5948BDF3C31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3B7D0679-99D8-309D-8B74-277F926417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4" name="Picture 4">
              <a:extLst>
                <a:ext uri="{FF2B5EF4-FFF2-40B4-BE49-F238E27FC236}">
                  <a16:creationId xmlns:a16="http://schemas.microsoft.com/office/drawing/2014/main" id="{1272F4AB-D2FC-81E2-F451-8E41450BC9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0" name="Picture 4">
              <a:extLst>
                <a:ext uri="{FF2B5EF4-FFF2-40B4-BE49-F238E27FC236}">
                  <a16:creationId xmlns:a16="http://schemas.microsoft.com/office/drawing/2014/main" id="{E533675C-E6A7-AD6B-3C23-F2D00A86AA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1787810"/>
      </p:ext>
    </p:extLst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1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B98C1FD5-50C4-9D44-D848-AD47F1D072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3700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F3BAD74-C1CF-E67E-45AF-03C20077EC0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6628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FBD355D-7BEF-9C2A-0BDE-A40EE1ED74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24022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6D8F0C-4D5F-DBEE-63B6-884BB7013E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24720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AF2F9AA-04A7-ED08-805C-D2C3E26F77D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442270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3F06D6B-CD36-42CF-8815-3FF8AD5497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442270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4" name="Picture Placeholder 21">
            <a:extLst>
              <a:ext uri="{FF2B5EF4-FFF2-40B4-BE49-F238E27FC236}">
                <a16:creationId xmlns:a16="http://schemas.microsoft.com/office/drawing/2014/main" id="{9D77277B-E0B3-402E-83BC-03783DCE6A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6770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6C65BD8F-3C3F-4AC8-FD3A-5D43F8055E9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412891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21">
            <a:extLst>
              <a:ext uri="{FF2B5EF4-FFF2-40B4-BE49-F238E27FC236}">
                <a16:creationId xmlns:a16="http://schemas.microsoft.com/office/drawing/2014/main" id="{B946563E-2859-78DF-F01B-36319E566AF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418736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Picture Placeholder 21">
            <a:extLst>
              <a:ext uri="{FF2B5EF4-FFF2-40B4-BE49-F238E27FC236}">
                <a16:creationId xmlns:a16="http://schemas.microsoft.com/office/drawing/2014/main" id="{C879684E-B460-219E-A5CD-A0A967C2B8A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434311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D1BED77-EF94-E686-774C-5C5BD57752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C7D5C0-BDF8-5B5D-5B0F-9046DD650846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CDE0C6A9-D912-98CF-1DBC-26F5C8019D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22F74FEF-1248-33B0-AB4B-6FE3F5D33FE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39CD22FF-B819-7922-A4F8-1FE7FAAE0EF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8B664DD-75AD-53B9-3B33-1BC851829826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4" name="Picture 4">
              <a:extLst>
                <a:ext uri="{FF2B5EF4-FFF2-40B4-BE49-F238E27FC236}">
                  <a16:creationId xmlns:a16="http://schemas.microsoft.com/office/drawing/2014/main" id="{119FFEC6-DE8A-0140-A08F-CD04FDE2E3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22" name="Picture 4">
              <a:extLst>
                <a:ext uri="{FF2B5EF4-FFF2-40B4-BE49-F238E27FC236}">
                  <a16:creationId xmlns:a16="http://schemas.microsoft.com/office/drawing/2014/main" id="{60B75C49-DC02-D9C4-FA8F-BE5EF1B96A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4" name="Picture 4">
              <a:extLst>
                <a:ext uri="{FF2B5EF4-FFF2-40B4-BE49-F238E27FC236}">
                  <a16:creationId xmlns:a16="http://schemas.microsoft.com/office/drawing/2014/main" id="{84A494A1-B733-5B68-ABB3-3E66415646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913706"/>
      </p:ext>
    </p:extLst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BAD7BF-FFAD-D393-0023-18801993154F}"/>
              </a:ext>
            </a:extLst>
          </p:cNvPr>
          <p:cNvSpPr/>
          <p:nvPr userDrawn="1"/>
        </p:nvSpPr>
        <p:spPr>
          <a:xfrm>
            <a:off x="2" y="1634071"/>
            <a:ext cx="5927090" cy="5223928"/>
          </a:xfrm>
          <a:prstGeom prst="rect">
            <a:avLst/>
          </a:prstGeom>
          <a:solidFill>
            <a:srgbClr val="C1A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7093" y="0"/>
            <a:ext cx="6264908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5149145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2" y="1201783"/>
            <a:ext cx="516656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0" y="1985626"/>
            <a:ext cx="516656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66560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8FE4E7D-0FE3-EE71-8A08-526B79D401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8CB9279E-1E6A-7D0A-5EAA-EA86679E8F6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E20F977A-E225-81EC-67A3-57436B1F23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688883487"/>
      </p:ext>
    </p:extLst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236D08-2AB2-BC80-56FE-DB43CC17F482}"/>
              </a:ext>
            </a:extLst>
          </p:cNvPr>
          <p:cNvSpPr/>
          <p:nvPr userDrawn="1"/>
        </p:nvSpPr>
        <p:spPr>
          <a:xfrm>
            <a:off x="8547652" y="-1"/>
            <a:ext cx="3660974" cy="6857999"/>
          </a:xfrm>
          <a:prstGeom prst="rect">
            <a:avLst/>
          </a:prstGeom>
          <a:solidFill>
            <a:srgbClr val="C1A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7815D7BE-CB95-E5F8-442A-B133E97300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5097" y="1971512"/>
            <a:ext cx="2898155" cy="1632760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3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pullquote or key message from </a:t>
            </a:r>
            <a:br>
              <a:rPr lang="en-US"/>
            </a:br>
            <a:r>
              <a:rPr lang="en-US"/>
              <a:t>the main content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25F643D-73EC-C6E9-4703-6CE73188F2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551E874-811B-AA4D-4829-C5351316E2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0167B789-D854-0028-A268-ECCE8653F8F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7FAEC16B-969E-5A97-9E9F-A56BDB52F9D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856835201"/>
      </p:ext>
    </p:extLst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49" y="1985626"/>
            <a:ext cx="1140833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11408334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E6AA2CE-A2FC-AFDC-F1D0-72DB3D659F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8C072E1-0A30-5829-D2C6-41755FE9AE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5D3A06A2-BA73-3A87-34CE-EC8C3A2EB7BC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BF741D41-07CC-5276-2CF5-CC2C418577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195976424"/>
      </p:ext>
    </p:extLst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5E9FF38B-26C9-21A5-0403-142FB6E960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1186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580F3A2-48C1-7E56-952B-8614FE8F19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1184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E35228-F5E0-CD25-9531-E418FCD84A12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2A8852-4146-1D97-810C-56C2B66861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710FFA09-D800-BD94-47F0-451363675E9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7AA8E5C3-3722-70EB-CD40-136A92810C2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629342544"/>
      </p:ext>
    </p:extLst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663BC1-6397-8B4A-5074-E6256EF37193}"/>
              </a:ext>
            </a:extLst>
          </p:cNvPr>
          <p:cNvSpPr/>
          <p:nvPr userDrawn="1"/>
        </p:nvSpPr>
        <p:spPr>
          <a:xfrm>
            <a:off x="3" y="1"/>
            <a:ext cx="6095998" cy="2276264"/>
          </a:xfrm>
          <a:prstGeom prst="rect">
            <a:avLst/>
          </a:prstGeom>
          <a:solidFill>
            <a:srgbClr val="C1A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Picture Placeholder 21">
            <a:extLst>
              <a:ext uri="{FF2B5EF4-FFF2-40B4-BE49-F238E27FC236}">
                <a16:creationId xmlns:a16="http://schemas.microsoft.com/office/drawing/2014/main" id="{88A8C8D7-CBA5-DE81-8D09-C17E4CE5CE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"/>
            <a:ext cx="6096000" cy="227626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525445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0062" y="2697273"/>
            <a:ext cx="8310393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60063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1" y="1201783"/>
            <a:ext cx="527187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3A5B597-3CE5-808E-88ED-32B81855078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593" y="2697273"/>
            <a:ext cx="2211420" cy="3158779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introduction text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30A6163-E535-F0DD-51A4-FCEA5F181F65}"/>
              </a:ext>
            </a:extLst>
          </p:cNvPr>
          <p:cNvCxnSpPr/>
          <p:nvPr userDrawn="1"/>
        </p:nvCxnSpPr>
        <p:spPr>
          <a:xfrm flipH="1" flipV="1">
            <a:off x="2924784" y="2697273"/>
            <a:ext cx="0" cy="3158779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A1C510F2-24E7-24AB-939B-7D2DFD7624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50332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BC40CDC5-EFCA-E051-084E-6514E9D0A4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00149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E2EB7B48-6FAD-B363-1485-9A4AAB96B50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90417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44531745-4B37-5FE0-17B1-0FA05A3B11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749962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67F6C9A-4136-E12C-5261-A1C700B3B2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40230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A8D3FC3-CCAA-EC69-30E5-4BB46ADBD8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09501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CC7149E6-BE60-C980-CCD9-2ECBAE03D2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99772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6D7C73-DD5B-86E4-DDA4-95880F7DB3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04DAC75D-08CC-938B-D738-69476C3C258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B2F37249-AC68-7B5A-4362-3E6DB9B9D02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3C33B2F-8B20-E962-8756-9DF07D4B28EF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1F72E0E1-EBC2-0BE5-CFBE-B36EC38E47A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389C8D4E-C778-6717-264F-F6FFFF617C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6237EFFE-B082-3200-5F03-13E466238C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5678294"/>
      </p:ext>
    </p:extLst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D6FFBE-BC2A-36ED-5F25-1C8F30D256A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531792637"/>
              </p:ext>
            </p:extLst>
          </p:nvPr>
        </p:nvGraphicFramePr>
        <p:xfrm>
          <a:off x="416768" y="2539856"/>
          <a:ext cx="11384281" cy="6299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1">
                  <a:extLst>
                    <a:ext uri="{9D8B030D-6E8A-4147-A177-3AD203B41FA5}">
                      <a16:colId xmlns:a16="http://schemas.microsoft.com/office/drawing/2014/main" val="1382175687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47031374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59890768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3771841006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999870903"/>
                    </a:ext>
                  </a:extLst>
                </a:gridCol>
              </a:tblGrid>
              <a:tr h="756068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26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26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26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26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526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264458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A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751582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A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921312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A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550155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A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37107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A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98272"/>
                  </a:ext>
                </a:extLst>
              </a:tr>
            </a:tbl>
          </a:graphicData>
        </a:graphic>
      </p:graphicFrame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1C928EE-C260-7F4E-5426-07601FF060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6768" y="1985626"/>
            <a:ext cx="5136747" cy="428236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7950C4E-C6FA-4CB3-E24D-57AE965EFB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5E034CF4-AD8B-FDD1-855D-B44ED30EF65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1D174A41-FECF-50DD-7B57-365B8B94C2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E2E8AEC-959C-FFBE-6211-9277CBEEE876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87957E1E-F804-B181-EA38-447869CE4A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13266032-EEF4-A68F-B5A5-2E90FB2043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F88157CE-942F-9BE4-ACF3-BEF37A015A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1633471"/>
      </p:ext>
    </p:extLst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ph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CBDBB2E6-5C51-2EC2-3138-07D9FE924D1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73299654"/>
              </p:ext>
            </p:extLst>
          </p:nvPr>
        </p:nvGraphicFramePr>
        <p:xfrm>
          <a:off x="3694086" y="1808517"/>
          <a:ext cx="4516571" cy="3749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E1051591-71B9-688F-6FA0-79EB92B551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2742684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chart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3EC3C4-10BD-5A61-95F7-FA82FD084A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2765576"/>
            <a:ext cx="2742684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graphicFrame>
        <p:nvGraphicFramePr>
          <p:cNvPr id="12" name="Content Placeholder 15">
            <a:extLst>
              <a:ext uri="{FF2B5EF4-FFF2-40B4-BE49-F238E27FC236}">
                <a16:creationId xmlns:a16="http://schemas.microsoft.com/office/drawing/2014/main" id="{C7378800-8B46-7964-7406-2613E27DDD4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666661497"/>
              </p:ext>
            </p:extLst>
          </p:nvPr>
        </p:nvGraphicFramePr>
        <p:xfrm>
          <a:off x="7958356" y="1808517"/>
          <a:ext cx="4516571" cy="3749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Graphic 2">
            <a:extLst>
              <a:ext uri="{FF2B5EF4-FFF2-40B4-BE49-F238E27FC236}">
                <a16:creationId xmlns:a16="http://schemas.microsoft.com/office/drawing/2014/main" id="{8982F07B-026B-3168-C5CB-A51ED1239D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2EB80E90-BF19-82E2-C657-F52C75B8BDB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72B610C-6908-98D0-2F2E-0595A913C5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F217B57-0D3F-D675-AF3D-FAA31A64027B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15720858-F38C-F2DE-940B-57B8282853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7" name="Picture 4">
              <a:extLst>
                <a:ext uri="{FF2B5EF4-FFF2-40B4-BE49-F238E27FC236}">
                  <a16:creationId xmlns:a16="http://schemas.microsoft.com/office/drawing/2014/main" id="{4DFF11BB-0605-2346-81B3-B898FBADE3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8" name="Picture 4">
              <a:extLst>
                <a:ext uri="{FF2B5EF4-FFF2-40B4-BE49-F238E27FC236}">
                  <a16:creationId xmlns:a16="http://schemas.microsoft.com/office/drawing/2014/main" id="{B7CEDC7D-26F3-2198-BF1A-0C81B4A1D3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3640818"/>
      </p:ext>
    </p:extLst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ph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15">
            <a:extLst>
              <a:ext uri="{FF2B5EF4-FFF2-40B4-BE49-F238E27FC236}">
                <a16:creationId xmlns:a16="http://schemas.microsoft.com/office/drawing/2014/main" id="{900C6176-281D-040E-1AC5-1F0A52BCD82A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038187340"/>
              </p:ext>
            </p:extLst>
          </p:nvPr>
        </p:nvGraphicFramePr>
        <p:xfrm>
          <a:off x="379896" y="2760373"/>
          <a:ext cx="4836283" cy="3109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A4A966-6BCB-7502-0C0E-12359B0086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1985626"/>
            <a:ext cx="266678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chart heading</a:t>
            </a:r>
          </a:p>
        </p:txBody>
      </p:sp>
      <p:graphicFrame>
        <p:nvGraphicFramePr>
          <p:cNvPr id="14" name="Content Placeholder 15">
            <a:extLst>
              <a:ext uri="{FF2B5EF4-FFF2-40B4-BE49-F238E27FC236}">
                <a16:creationId xmlns:a16="http://schemas.microsoft.com/office/drawing/2014/main" id="{5F87157A-05AF-A643-660D-6BFCDEF59AD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954256921"/>
              </p:ext>
            </p:extLst>
          </p:nvPr>
        </p:nvGraphicFramePr>
        <p:xfrm>
          <a:off x="6634785" y="2760373"/>
          <a:ext cx="4836283" cy="3109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B94EF1-3173-5FE1-C03C-A2EEE38410A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14800" y="2042758"/>
            <a:ext cx="1166802" cy="95341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Color 1 heading</a:t>
            </a:r>
          </a:p>
          <a:p>
            <a:pPr lvl="0"/>
            <a:r>
              <a:rPr lang="en-US"/>
              <a:t>Color 2 heading</a:t>
            </a:r>
          </a:p>
          <a:p>
            <a:pPr lvl="0"/>
            <a:r>
              <a:rPr lang="en-US"/>
              <a:t>Color 3 heading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D0375A-1177-53D4-89F2-F5FC715641E0}"/>
              </a:ext>
            </a:extLst>
          </p:cNvPr>
          <p:cNvSpPr/>
          <p:nvPr userDrawn="1"/>
        </p:nvSpPr>
        <p:spPr>
          <a:xfrm>
            <a:off x="3884292" y="2082985"/>
            <a:ext cx="155643" cy="155642"/>
          </a:xfrm>
          <a:prstGeom prst="rect">
            <a:avLst/>
          </a:prstGeom>
          <a:solidFill>
            <a:srgbClr val="6526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2BDBF7-6312-5C2E-5208-3BC8D7347779}"/>
              </a:ext>
            </a:extLst>
          </p:cNvPr>
          <p:cNvSpPr/>
          <p:nvPr userDrawn="1"/>
        </p:nvSpPr>
        <p:spPr>
          <a:xfrm>
            <a:off x="3884292" y="2345632"/>
            <a:ext cx="155643" cy="15564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51BF7B-E5B7-064E-1596-09C884E07B5D}"/>
              </a:ext>
            </a:extLst>
          </p:cNvPr>
          <p:cNvSpPr/>
          <p:nvPr userDrawn="1"/>
        </p:nvSpPr>
        <p:spPr>
          <a:xfrm>
            <a:off x="3884292" y="2618008"/>
            <a:ext cx="155643" cy="155642"/>
          </a:xfrm>
          <a:prstGeom prst="rect">
            <a:avLst/>
          </a:prstGeom>
          <a:solidFill>
            <a:srgbClr val="C1A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12020BB6-B349-9AC3-9B9E-7B4647B21DD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44515" y="1985626"/>
            <a:ext cx="266678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chart heading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916EC0C0-3340-116E-2A9E-C5F9EF55B9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359963" y="2042758"/>
            <a:ext cx="1166802" cy="95341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Color 1 heading</a:t>
            </a:r>
          </a:p>
          <a:p>
            <a:pPr lvl="0"/>
            <a:r>
              <a:rPr lang="en-US"/>
              <a:t>Color 2 heading</a:t>
            </a:r>
          </a:p>
          <a:p>
            <a:pPr lvl="0"/>
            <a:r>
              <a:rPr lang="en-US"/>
              <a:t>Color 3 heading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0E2BA2-5FEA-09A0-C114-B2B3FBA234CA}"/>
              </a:ext>
            </a:extLst>
          </p:cNvPr>
          <p:cNvSpPr/>
          <p:nvPr userDrawn="1"/>
        </p:nvSpPr>
        <p:spPr>
          <a:xfrm>
            <a:off x="10129455" y="2082985"/>
            <a:ext cx="155643" cy="155642"/>
          </a:xfrm>
          <a:prstGeom prst="rect">
            <a:avLst/>
          </a:prstGeom>
          <a:solidFill>
            <a:srgbClr val="6526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98302C-FFC3-E197-29E7-7398CEAA1203}"/>
              </a:ext>
            </a:extLst>
          </p:cNvPr>
          <p:cNvSpPr/>
          <p:nvPr userDrawn="1"/>
        </p:nvSpPr>
        <p:spPr>
          <a:xfrm>
            <a:off x="10129455" y="2345632"/>
            <a:ext cx="155643" cy="15564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7EE772-E0F3-CFA8-41DA-667F14BCFAFB}"/>
              </a:ext>
            </a:extLst>
          </p:cNvPr>
          <p:cNvSpPr/>
          <p:nvPr userDrawn="1"/>
        </p:nvSpPr>
        <p:spPr>
          <a:xfrm>
            <a:off x="10129455" y="2618008"/>
            <a:ext cx="155643" cy="155642"/>
          </a:xfrm>
          <a:prstGeom prst="rect">
            <a:avLst/>
          </a:prstGeom>
          <a:solidFill>
            <a:srgbClr val="C1A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8646D92-4835-3882-06B3-1AEB55DC04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00DF300C-9EC7-0EFD-1D87-F78F01EA1A2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83CBC54-128D-0786-3433-0F516190A62A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CCA7C4F8-C291-24B3-BC80-74CD6291A2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25" name="Picture 4">
              <a:extLst>
                <a:ext uri="{FF2B5EF4-FFF2-40B4-BE49-F238E27FC236}">
                  <a16:creationId xmlns:a16="http://schemas.microsoft.com/office/drawing/2014/main" id="{BAB20002-341B-B02D-6D75-B90324B6D7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6" name="Picture 4">
              <a:extLst>
                <a:ext uri="{FF2B5EF4-FFF2-40B4-BE49-F238E27FC236}">
                  <a16:creationId xmlns:a16="http://schemas.microsoft.com/office/drawing/2014/main" id="{F06FBA7A-712A-BB2B-107B-2E55D00C0D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67FFD6F1-D8EC-A4B4-4E2F-A52D95BE77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170932943"/>
      </p:ext>
    </p:extLst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318649"/>
            <a:ext cx="11443061" cy="300153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2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470" y="5053606"/>
            <a:ext cx="11443061" cy="505097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to lead on from stat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3074C10A-BAE0-2952-5D39-DFEE103B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11418180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D3F123B-979E-A246-B96A-67D57FA19A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A4243A8-5019-0BAE-5DFE-B1C8DE7DB6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0ECF6554-520C-04D8-83C0-012FF4306F42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199519E-AFC4-A4D5-FE18-324B89A34E8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735974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arge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349" y="2318649"/>
            <a:ext cx="5696651" cy="1492099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1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49" y="3825952"/>
            <a:ext cx="5696651" cy="173996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</a:t>
            </a:r>
            <a:br>
              <a:rPr lang="en-US"/>
            </a:br>
            <a:r>
              <a:rPr lang="en-US"/>
              <a:t>to lead on from stat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3074C10A-BAE0-2952-5D39-DFEE103B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2" y="1979362"/>
            <a:ext cx="5696649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3DA9141-2FA0-43D2-4FF0-085F5BE123F2}"/>
              </a:ext>
            </a:extLst>
          </p:cNvPr>
          <p:cNvCxnSpPr/>
          <p:nvPr userDrawn="1"/>
        </p:nvCxnSpPr>
        <p:spPr>
          <a:xfrm flipH="1">
            <a:off x="6096000" y="1972147"/>
            <a:ext cx="0" cy="3586556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6BFAC21-0655-5E09-7BA6-05EE94A866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17226" y="2318649"/>
            <a:ext cx="5690462" cy="150730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1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DB3E8F37-65C2-1141-F298-5649C3B781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17226" y="1979362"/>
            <a:ext cx="5690462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BF0EBAF0-E764-491A-37FC-B9972C5C30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17224" y="3825952"/>
            <a:ext cx="5690462" cy="173996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</a:t>
            </a:r>
            <a:br>
              <a:rPr lang="en-US"/>
            </a:br>
            <a:r>
              <a:rPr lang="en-US"/>
              <a:t>to lead on from stat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2107D50-58EE-71C7-EC95-F2124636D5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62597A6-FF3C-D1E7-D184-45A58122AD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20CB60AC-F9D7-E9EA-6651-830DFC67EFB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409BAE87-CBE2-A142-4102-5A19CE3752D2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66009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Large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351" y="1667336"/>
            <a:ext cx="3398926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XX,XXX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261E9CF2-DF8C-F184-044A-E7418E7523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9351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5CE0D850-00A2-2869-6ABC-3AB860E4BC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1801" y="1667336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F7290E6-C2F2-E204-09A6-52BAEF5807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03134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3659DF3-0D55-D08D-A094-457DA09A13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5586" y="1667336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$XX,XXX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886AD954-8CD2-030A-36CF-B8A5E782F0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06919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9AF6072-6784-77CC-FD7D-F9383D98D8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9351" y="4023675"/>
            <a:ext cx="3398926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310162A-17E1-6A87-538F-1E98AB50F10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9351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9AF0DEF-DC09-7313-18A4-D7030A9873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21801" y="4023675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XX,XXX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1F2556C-43F7-F306-BE95-1C7ED8D60F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03134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65786BF-46E1-48A1-88CF-122C298516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25586" y="4023675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27F10C66-CE06-829D-AEA0-6B01BE82A60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06919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5E0300-0034-C452-6D4B-7AB84A7805CA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C1A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BDFCB9E-1427-ADAA-03A5-025AA025E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7F1F4C1C-653D-E7E3-38F7-FD2012F49353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E9453B-916A-0563-96D1-6F5880FB5ACD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9" name="Picture 4">
              <a:extLst>
                <a:ext uri="{FF2B5EF4-FFF2-40B4-BE49-F238E27FC236}">
                  <a16:creationId xmlns:a16="http://schemas.microsoft.com/office/drawing/2014/main" id="{64920FC6-92CB-9D68-CF46-0A8679111E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26" name="Picture 4">
              <a:extLst>
                <a:ext uri="{FF2B5EF4-FFF2-40B4-BE49-F238E27FC236}">
                  <a16:creationId xmlns:a16="http://schemas.microsoft.com/office/drawing/2014/main" id="{9A1ED94B-893F-1E5E-4FFD-891FE1F0E9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7" name="Picture 4">
              <a:extLst>
                <a:ext uri="{FF2B5EF4-FFF2-40B4-BE49-F238E27FC236}">
                  <a16:creationId xmlns:a16="http://schemas.microsoft.com/office/drawing/2014/main" id="{78FA2B7F-251C-7A9D-E9F7-9813E3DA2A6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5008313E-F22C-398D-7C26-F019D70C395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078389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Question mark boxes">
            <a:extLst>
              <a:ext uri="{FF2B5EF4-FFF2-40B4-BE49-F238E27FC236}">
                <a16:creationId xmlns:a16="http://schemas.microsoft.com/office/drawing/2014/main" id="{A67F9B00-7B0C-4D24-04C2-38E1896DA0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227" y="0"/>
            <a:ext cx="12191550" cy="6858000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321853"/>
            <a:ext cx="11443061" cy="2214297"/>
          </a:xfrm>
          <a:prstGeom prst="rect">
            <a:avLst/>
          </a:prstGeom>
        </p:spPr>
        <p:txBody>
          <a:bodyPr wrap="square" lIns="0" anchor="ctr">
            <a:noAutofit/>
          </a:bodyPr>
          <a:lstStyle>
            <a:lvl1pPr marL="0" indent="0" algn="ctr">
              <a:buNone/>
              <a:defRPr sz="54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Questions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8401B9-05E9-23EF-1A44-F95A78DD0C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7744" y="5971033"/>
            <a:ext cx="1898354" cy="830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85811D-8C33-7B01-8787-B5BD7EEE56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72016" y="6035040"/>
            <a:ext cx="1031079" cy="6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8410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0542382" cy="1027499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end slide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3595044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 here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Picture 2" descr="A black and blue rectangle with a black background&#10;&#10;AI-generated content may be incorrect.">
            <a:extLst>
              <a:ext uri="{FF2B5EF4-FFF2-40B4-BE49-F238E27FC236}">
                <a16:creationId xmlns:a16="http://schemas.microsoft.com/office/drawing/2014/main" id="{40483CA1-7DDE-6582-B6A1-80F351408A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6526D9">
                <a:tint val="45000"/>
                <a:satMod val="400000"/>
              </a:srgbClr>
            </a:duotone>
          </a:blip>
          <a:srcRect t="-1861" r="1460" b="733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41048BA-84EB-0E0D-ECF1-F2A7B66E4D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64F326E-A86C-0B3E-1D11-CE0B97D90CD4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2E7328A7-F96B-9B3F-EA95-9D7EC3FB8E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BFF44DC5-A590-33D7-BC01-7F4E6BF055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E0208074-7397-62BE-F798-5627F72401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4967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/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698171"/>
            <a:ext cx="11443061" cy="221429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pullquote </a:t>
            </a:r>
            <a:br>
              <a:rPr lang="en-US"/>
            </a:br>
            <a:r>
              <a:rPr lang="en-US"/>
              <a:t>or key message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C396BA70-4D20-197B-ABFC-4C68EB70A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11418180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NAME AND JOB TITLE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4E2D77B-1861-F772-A2AD-6B67B4A3A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B6D92BE-3D96-2B6D-5AA9-4F2B635B0D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1954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5303525"/>
            <a:ext cx="11526757" cy="387412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legal information heading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6B2EA81A-B50D-A42E-E792-55767F9AC7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3941" y="5690938"/>
            <a:ext cx="11526757" cy="907717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legal information body copy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9FD944F-EBAF-4BB6-D280-C5A8787F87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6AC1FB4-5890-317F-3CC4-462A6D1649C3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7DA5FCE4-A015-8021-7EDC-3D2DBAEB7F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0912D70D-C778-3503-6D9B-6AD5FF40AD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48898"/>
              <a:ext cx="1133856" cy="200912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AD317B07-BDD6-AB97-5F73-8C0A5A0090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5131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495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5527740" cy="1609821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0" y="4425219"/>
            <a:ext cx="5527740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5527740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C3C818F-587E-CA93-6C9A-D0ED2BFF14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457300-D040-A31C-EB1C-CFF927B3C5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1" y="320272"/>
            <a:ext cx="1975104" cy="119888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B9B8097-EB7F-B3AB-5611-55752DC578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7744" y="5971033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6835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1526759" cy="1609821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19"/>
            <a:ext cx="11526757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39" y="1980404"/>
            <a:ext cx="11526757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7620298-25EA-8EB0-C5A3-2B317EE94C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301754" y="100585"/>
            <a:ext cx="2276905" cy="9957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03A749-8B2D-EC26-EC42-8EAEA45D22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44202" y="274320"/>
            <a:ext cx="1114754" cy="67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617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2567544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title over 2 lines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20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2" name="Picture 1" descr="A blue and white lines on a black background&#10;&#10;AI-generated content may be incorrect.">
            <a:extLst>
              <a:ext uri="{FF2B5EF4-FFF2-40B4-BE49-F238E27FC236}">
                <a16:creationId xmlns:a16="http://schemas.microsoft.com/office/drawing/2014/main" id="{D854ECD0-24E0-6646-05A0-B1910DA209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FC0386">
                <a:tint val="45000"/>
                <a:satMod val="400000"/>
              </a:srgbClr>
            </a:duotone>
          </a:blip>
          <a:srcRect l="47286" t="15937" b="11359"/>
          <a:stretch>
            <a:fillRect/>
          </a:stretch>
        </p:blipFill>
        <p:spPr>
          <a:xfrm>
            <a:off x="6660683" y="0"/>
            <a:ext cx="4972251" cy="6858000"/>
          </a:xfrm>
          <a:prstGeom prst="rect">
            <a:avLst/>
          </a:prstGeom>
          <a:solidFill>
            <a:srgbClr val="FECDE7"/>
          </a:solidFill>
        </p:spPr>
      </p:pic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6A7FF0E-113F-D7E1-BC1F-35E4AFF57B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42834" y="278373"/>
            <a:ext cx="1133856" cy="67464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604BF43-CD86-75B7-1055-FAF7127A0A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63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20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4" name="Picture 3" descr="A blue and white lines on a black background&#10;&#10;AI-generated content may be incorrect.">
            <a:extLst>
              <a:ext uri="{FF2B5EF4-FFF2-40B4-BE49-F238E27FC236}">
                <a16:creationId xmlns:a16="http://schemas.microsoft.com/office/drawing/2014/main" id="{794F9825-6E1C-50CC-5145-8AF009BA0D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FC0386">
                <a:tint val="45000"/>
                <a:satMod val="400000"/>
              </a:srgbClr>
            </a:duotone>
          </a:blip>
          <a:srcRect l="47286" t="15937" b="11359"/>
          <a:stretch>
            <a:fillRect/>
          </a:stretch>
        </p:blipFill>
        <p:spPr>
          <a:xfrm>
            <a:off x="6660683" y="0"/>
            <a:ext cx="4972251" cy="6858000"/>
          </a:xfrm>
          <a:prstGeom prst="rect">
            <a:avLst/>
          </a:prstGeom>
        </p:spPr>
      </p:pic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99978693-06C5-3C60-0FBD-5BF20451CD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2567544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title over 2 lines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5519666-386F-02D4-8916-AA7F1BA575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22598A6-66A9-6BE9-1C2A-0F65B439E499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929A602D-67E1-D001-5609-B9AB8A8B5A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61467B14-EC35-112D-9E73-A4E9B06C55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48898"/>
              <a:ext cx="1133856" cy="200912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E8CC959F-3236-E47E-544C-8C0D518C8C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5131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0173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3B3F1EA6-A386-AF1F-80AF-2A894C6CE145}"/>
              </a:ext>
            </a:extLst>
          </p:cNvPr>
          <p:cNvSpPr/>
          <p:nvPr userDrawn="1"/>
        </p:nvSpPr>
        <p:spPr>
          <a:xfrm>
            <a:off x="1" y="2524837"/>
            <a:ext cx="11321143" cy="4327815"/>
          </a:xfrm>
          <a:prstGeom prst="round1Rect">
            <a:avLst>
              <a:gd name="adj" fmla="val 8642"/>
            </a:avLst>
          </a:prstGeom>
          <a:solidFill>
            <a:srgbClr val="FECD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3877730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5735407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3290590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51422BD-5925-3D3B-8AFE-978C6DA92F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B7B4EDC-5D7A-BA3E-247A-1A3715C32EC7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216F9CD6-0C93-1FA6-17DC-6C9266A55D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926D86A6-C23F-A306-BC7D-015265947D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48898"/>
              <a:ext cx="1133856" cy="200912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0821A701-AD07-5A65-0D21-D8DFC00C50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5131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202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0542382" cy="1027499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3595044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Picture 2" descr="A black and blue rectangle with a black background&#10;&#10;AI-generated content may be incorrect.">
            <a:extLst>
              <a:ext uri="{FF2B5EF4-FFF2-40B4-BE49-F238E27FC236}">
                <a16:creationId xmlns:a16="http://schemas.microsoft.com/office/drawing/2014/main" id="{40483CA1-7DDE-6582-B6A1-80F351408A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FC0386">
                <a:tint val="45000"/>
                <a:satMod val="400000"/>
              </a:srgbClr>
            </a:duotone>
          </a:blip>
          <a:srcRect t="-1861" r="1460" b="733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9FB5E4F-3C97-1477-EB2F-54141FC94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7C902B8-3EA7-1938-69CB-1BA02F73BEF2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E536BEDB-1317-8DED-C7D0-1FEE3DB64C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6FBCB19F-7877-FCB0-A78D-FFF59DB02D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48898"/>
              <a:ext cx="1133856" cy="200912"/>
            </a:xfrm>
            <a:prstGeom prst="rect">
              <a:avLst/>
            </a:prstGeom>
          </p:spPr>
        </p:pic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0B291598-11E6-1AA3-1C24-2C4CAC4D6D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5131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700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 content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11373556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agenda/contents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19556"/>
            <a:ext cx="4391662" cy="3262039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 point 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3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4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5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6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7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1139097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560BF24-F24F-03C4-143B-8B5F7160A5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87712" y="1919557"/>
            <a:ext cx="2213276" cy="326203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  <a:p>
            <a:pPr lvl="0"/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8D02FB9-C8DE-061D-21F5-38692F1B16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012D04C-F729-FBD2-C1E4-DDF45A2DB2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939E420E-F8E7-A4B9-8987-AAC20FFE7455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BF4AC93-5B6C-0E95-D7D7-3776342005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776003172"/>
      </p:ext>
    </p:extLst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 content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 Single Corner Rectangle 14">
            <a:extLst>
              <a:ext uri="{FF2B5EF4-FFF2-40B4-BE49-F238E27FC236}">
                <a16:creationId xmlns:a16="http://schemas.microsoft.com/office/drawing/2014/main" id="{79951BE3-C64C-96DE-F492-05642CACBA63}"/>
              </a:ext>
            </a:extLst>
          </p:cNvPr>
          <p:cNvSpPr/>
          <p:nvPr userDrawn="1"/>
        </p:nvSpPr>
        <p:spPr>
          <a:xfrm>
            <a:off x="1" y="3358154"/>
            <a:ext cx="11321143" cy="3499846"/>
          </a:xfrm>
          <a:prstGeom prst="round1Rect">
            <a:avLst>
              <a:gd name="adj" fmla="val 8642"/>
            </a:avLst>
          </a:prstGeom>
          <a:solidFill>
            <a:srgbClr val="FECD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71" y="354221"/>
            <a:ext cx="9807685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agenda/contents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1139097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184A916-E3C1-011E-174D-8E86659E01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4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1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501826AD-E1A6-B420-53D8-B808B588B1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97411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B0317D6-D099-851A-87A1-EA1B30A043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97410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2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2660C88E-F62C-7E2D-C7E3-4E0D4EA512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95466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047FA9-BDA7-FA64-EE96-6E8CEF5073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95467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3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C9F945B-FC03-7090-3376-2FC2E63FA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93521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40631B4-9E86-7EF7-E4C9-6C18B40EDC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93524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552BAF-12CF-B75D-8C5B-09739067BD3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9354" y="4688933"/>
            <a:ext cx="2030932" cy="39851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EBFFE812-E199-389F-EF2E-595D7D135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97410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5A71E3D-A374-E6D9-B724-7B410AD496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95467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BADA2ED3-6513-39F1-787A-3034E3B4FA5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93524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B564FAF-C833-4FC4-F9D0-B2D091D3A6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D267854-C0EB-0365-3992-605CD46218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22" name="Slide Number Placeholder 9">
            <a:extLst>
              <a:ext uri="{FF2B5EF4-FFF2-40B4-BE49-F238E27FC236}">
                <a16:creationId xmlns:a16="http://schemas.microsoft.com/office/drawing/2014/main" id="{B34374AA-1B86-AC89-10D6-E442DE9EC388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42FA87D9-BAE0-079C-B32A-8B937FBB5A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57156794"/>
      </p:ext>
    </p:extLst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98172"/>
            <a:ext cx="11523593" cy="111618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3814355"/>
            <a:ext cx="11523593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76E487-0A24-DFAA-9652-38E414703F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FC0386">
                <a:tint val="45000"/>
                <a:satMod val="400000"/>
              </a:srgbClr>
            </a:duotone>
          </a:blip>
          <a:srcRect l="-19050" t="-1855" r="19303" b="72969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B695B5E-B0C7-EFC3-ADB8-C68EC220F5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7744" y="5971033"/>
            <a:ext cx="1898354" cy="830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69296E-6594-1A33-C77B-79DFA44148F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72016" y="6035040"/>
            <a:ext cx="1031079" cy="6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904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C6D569-A1F3-283A-846C-C17E78E640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FC0386">
                <a:tint val="45000"/>
                <a:satMod val="400000"/>
              </a:srgbClr>
            </a:duotone>
          </a:blip>
          <a:srcRect l="-18313" t="-2383" r="18313" b="734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98172"/>
            <a:ext cx="11523593" cy="111618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3814355"/>
            <a:ext cx="11523593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DF5B140-6E59-9059-DFC3-0FAFCE12DE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63971AE-003E-1C47-32F6-144ED3A155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582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12620"/>
            <a:ext cx="5533284" cy="1632760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4495998"/>
            <a:ext cx="5533284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Picture Placeholder 21">
            <a:extLst>
              <a:ext uri="{FF2B5EF4-FFF2-40B4-BE49-F238E27FC236}">
                <a16:creationId xmlns:a16="http://schemas.microsoft.com/office/drawing/2014/main" id="{9EE37199-8A95-EE19-1572-77F458BD1E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5498FF6-6D36-AACB-0023-B249123880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B1583C2A-1EBE-10B3-486E-8EAABD70E038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ED6BA37D-1ABE-FC85-B2D4-E31AA5862D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6302979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B8F3DAD-89F6-40A8-BD2F-A791ECE20A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E17738-6020-D211-863B-93E98D6AB768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D4BC09-017E-9322-76FE-B25FD85CC55D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FECD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F1CCE8F-4CBD-5608-5C52-6AEBF192B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6BE61E89-DC5E-96D5-346D-E76AE886759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5268339-B786-2A6F-2C1D-61FC27DEBD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9DE63C7-D6F7-B170-6629-7FC09B0BC921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22" name="Picture 4">
              <a:extLst>
                <a:ext uri="{FF2B5EF4-FFF2-40B4-BE49-F238E27FC236}">
                  <a16:creationId xmlns:a16="http://schemas.microsoft.com/office/drawing/2014/main" id="{B70D244A-4D9F-12EA-C5CA-D4548EDAD8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23" name="Picture 4">
              <a:extLst>
                <a:ext uri="{FF2B5EF4-FFF2-40B4-BE49-F238E27FC236}">
                  <a16:creationId xmlns:a16="http://schemas.microsoft.com/office/drawing/2014/main" id="{6080F283-CD2A-B263-A4FB-23FE92215F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4" name="Picture 4">
              <a:extLst>
                <a:ext uri="{FF2B5EF4-FFF2-40B4-BE49-F238E27FC236}">
                  <a16:creationId xmlns:a16="http://schemas.microsoft.com/office/drawing/2014/main" id="{65E4606A-917B-FE9E-5B54-43B18C34BA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4782016"/>
      </p:ext>
    </p:extLst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9904" y="0"/>
            <a:ext cx="4012096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7315876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2522921"/>
            <a:ext cx="5527740" cy="291409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“Click to edit opening/welcome statement or quote here over multiple lines”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2" y="1201783"/>
            <a:ext cx="733329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59B32BE6-240E-0050-F325-7C830349B5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5527740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NAME AND JOB TITLE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904BBCD-4340-2C81-2B7E-97276791F2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BDBB5910-30E8-9AFE-CC6C-19FAB19CDE5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4B5CA-0200-DE71-836E-69A87D28134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882796113"/>
      </p:ext>
    </p:extLst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1D03BBF-5C2F-7207-B480-E1A4A0F464E7}"/>
              </a:ext>
            </a:extLst>
          </p:cNvPr>
          <p:cNvSpPr/>
          <p:nvPr userDrawn="1"/>
        </p:nvSpPr>
        <p:spPr>
          <a:xfrm>
            <a:off x="8748110" y="-1"/>
            <a:ext cx="3460516" cy="6857999"/>
          </a:xfrm>
          <a:prstGeom prst="rect">
            <a:avLst/>
          </a:prstGeom>
          <a:solidFill>
            <a:srgbClr val="FECD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98" y="354221"/>
            <a:ext cx="3460516" cy="617958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7563451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1985626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7580868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3015658-2C82-2707-A3D2-5BFD6DAB2D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2765576"/>
            <a:ext cx="3083582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8DF21F77-7EA1-DE06-D607-56C35B62422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90945" y="2765576"/>
            <a:ext cx="3083582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ECAB680-709B-0D69-510F-ACE7C562CF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90945" y="1985626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EC9A08F-E270-2355-33D7-B96EE3B9F3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2951F7B5-136B-5CA9-0A58-BBDC116673A7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CF03BAE-69C2-D627-9EE8-83C90FE100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669677818"/>
      </p:ext>
    </p:extLst>
  </p:cSld>
  <p:clrMapOvr>
    <a:masterClrMapping/>
  </p:clrMapOvr>
  <p:transition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89EFB4-C120-EB6D-F6C5-88A9AC20D6DB}"/>
              </a:ext>
            </a:extLst>
          </p:cNvPr>
          <p:cNvSpPr/>
          <p:nvPr userDrawn="1"/>
        </p:nvSpPr>
        <p:spPr>
          <a:xfrm>
            <a:off x="1" y="3103130"/>
            <a:ext cx="6095998" cy="3754869"/>
          </a:xfrm>
          <a:prstGeom prst="rect">
            <a:avLst/>
          </a:prstGeom>
          <a:solidFill>
            <a:srgbClr val="FECD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BB1D88-D8E7-3E5F-EBA0-EA04E54CA196}"/>
              </a:ext>
            </a:extLst>
          </p:cNvPr>
          <p:cNvSpPr/>
          <p:nvPr userDrawn="1"/>
        </p:nvSpPr>
        <p:spPr>
          <a:xfrm>
            <a:off x="6096003" y="3103130"/>
            <a:ext cx="6095998" cy="3754869"/>
          </a:xfrm>
          <a:prstGeom prst="rect">
            <a:avLst/>
          </a:prstGeom>
          <a:solidFill>
            <a:srgbClr val="FE9A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 userDrawn="1">
            <p:ph type="pic" sz="quarter" idx="27"/>
          </p:nvPr>
        </p:nvSpPr>
        <p:spPr>
          <a:xfrm>
            <a:off x="400052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1717C245-C3CF-0C9A-9342-8E443AF52F55}"/>
              </a:ext>
            </a:extLst>
          </p:cNvPr>
          <p:cNvSpPr>
            <a:spLocks noGrp="1"/>
          </p:cNvSpPr>
          <p:nvPr userDrawn="1">
            <p:ph type="pic" sz="quarter" idx="29"/>
          </p:nvPr>
        </p:nvSpPr>
        <p:spPr>
          <a:xfrm>
            <a:off x="6496050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90B40DF-4697-86B3-7C46-E7A57FA9DB2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E87140-6B7A-20FF-7DE9-C4F58B7A9FE0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2D2531-8F33-1A2F-E5F6-DE15C4ADDC2E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99350" y="1476286"/>
            <a:ext cx="11408336" cy="89984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7659BA3-C496-00C5-6876-222A1DEC1EB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75903" y="4309937"/>
            <a:ext cx="3712521" cy="354211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4534845-B545-E91F-DE0B-8607C072258B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375900" y="4770710"/>
            <a:ext cx="3712521" cy="118122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9BE436A9-0487-A867-2EE4-E33703A4DAF1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486557" y="4309937"/>
            <a:ext cx="3712521" cy="354211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8E863F51-B511-A241-42E8-1A801534E4CC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6486554" y="4770710"/>
            <a:ext cx="3712521" cy="118122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54D06C4-9251-BC84-D5DE-AB2EB23F89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363CF6E-5327-53C3-7BF8-0CBA361C8C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8081E5-52C9-71F9-503E-B543FCDF530C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7A0E7680-05F7-D6F5-429C-B2C47816BFBC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786822772"/>
      </p:ext>
    </p:extLst>
  </p:cSld>
  <p:clrMapOvr>
    <a:masterClrMapping/>
  </p:clrMapOvr>
  <p:transition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A3B6B3-232E-2F95-F42B-F7316316F037}"/>
              </a:ext>
            </a:extLst>
          </p:cNvPr>
          <p:cNvSpPr/>
          <p:nvPr userDrawn="1"/>
        </p:nvSpPr>
        <p:spPr>
          <a:xfrm>
            <a:off x="2" y="2564307"/>
            <a:ext cx="12208626" cy="4293691"/>
          </a:xfrm>
          <a:prstGeom prst="rect">
            <a:avLst/>
          </a:prstGeom>
          <a:solidFill>
            <a:srgbClr val="FECD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7563451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7580868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A270CDC-1948-4538-27DA-3600AC34F7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20038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9D8563D-E600-BD7A-BA1D-058F761807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20038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179C45C0-4577-B2F0-16BC-53D8C80DA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40726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FF4BCC0-D520-C861-CB16-F3CB74F6F8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40726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005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7435A72-10D4-E13F-E2E9-39A8603317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820039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D4F15DFF-92DF-9527-1AC1-A9CAE9325DE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241426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6C70AE7-E616-2CF0-D3A9-678D8D9121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86FBEEB-346D-75AF-DDA0-9DBF195B0E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5F7E6B7-87BE-AD2D-C9AD-012B6889B20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9930D981-31C8-2BA8-7E32-9D85B7578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63214346"/>
      </p:ext>
    </p:extLst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89EFB4-C120-EB6D-F6C5-88A9AC20D6DB}"/>
              </a:ext>
            </a:extLst>
          </p:cNvPr>
          <p:cNvSpPr/>
          <p:nvPr userDrawn="1"/>
        </p:nvSpPr>
        <p:spPr>
          <a:xfrm>
            <a:off x="3" y="3103130"/>
            <a:ext cx="4063998" cy="3754869"/>
          </a:xfrm>
          <a:prstGeom prst="rect">
            <a:avLst/>
          </a:prstGeom>
          <a:solidFill>
            <a:srgbClr val="FECD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BB1D88-D8E7-3E5F-EBA0-EA04E54CA196}"/>
              </a:ext>
            </a:extLst>
          </p:cNvPr>
          <p:cNvSpPr/>
          <p:nvPr userDrawn="1"/>
        </p:nvSpPr>
        <p:spPr>
          <a:xfrm>
            <a:off x="4064005" y="3103130"/>
            <a:ext cx="4063998" cy="3754869"/>
          </a:xfrm>
          <a:prstGeom prst="rect">
            <a:avLst/>
          </a:prstGeom>
          <a:solidFill>
            <a:srgbClr val="FE9A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0021A6-4C96-950C-FA0B-87E082D1E328}"/>
              </a:ext>
            </a:extLst>
          </p:cNvPr>
          <p:cNvSpPr/>
          <p:nvPr userDrawn="1"/>
        </p:nvSpPr>
        <p:spPr>
          <a:xfrm>
            <a:off x="8128003" y="3103130"/>
            <a:ext cx="4063998" cy="3754869"/>
          </a:xfrm>
          <a:prstGeom prst="rect">
            <a:avLst/>
          </a:prstGeom>
          <a:solidFill>
            <a:srgbClr val="FD68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99351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 userDrawn="1">
            <p:ph type="pic" sz="quarter" idx="27"/>
          </p:nvPr>
        </p:nvSpPr>
        <p:spPr>
          <a:xfrm>
            <a:off x="400052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55286C9-AC10-36B7-9594-8A2B11D0A799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4484969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1717C245-C3CF-0C9A-9342-8E443AF52F55}"/>
              </a:ext>
            </a:extLst>
          </p:cNvPr>
          <p:cNvSpPr>
            <a:spLocks noGrp="1"/>
          </p:cNvSpPr>
          <p:nvPr userDrawn="1">
            <p:ph type="pic" sz="quarter" idx="29"/>
          </p:nvPr>
        </p:nvSpPr>
        <p:spPr>
          <a:xfrm>
            <a:off x="4485668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AC4D9F00-EEB0-8559-1792-02DCCCE860EC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8502493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3" name="Picture Placeholder 23">
            <a:extLst>
              <a:ext uri="{FF2B5EF4-FFF2-40B4-BE49-F238E27FC236}">
                <a16:creationId xmlns:a16="http://schemas.microsoft.com/office/drawing/2014/main" id="{CFEF38E8-E8C8-C8C6-0DB9-181A38D498D0}"/>
              </a:ext>
            </a:extLst>
          </p:cNvPr>
          <p:cNvSpPr>
            <a:spLocks noGrp="1"/>
          </p:cNvSpPr>
          <p:nvPr userDrawn="1">
            <p:ph type="pic" sz="quarter" idx="31"/>
          </p:nvPr>
        </p:nvSpPr>
        <p:spPr>
          <a:xfrm>
            <a:off x="8503191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90B40DF-4697-86B3-7C46-E7A57FA9DB2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E87140-6B7A-20FF-7DE9-C4F58B7A9FE0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2D2531-8F33-1A2F-E5F6-DE15C4ADDC2E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99350" y="1476286"/>
            <a:ext cx="11408336" cy="89984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B62E685-346F-5DBF-2B27-B701DE3C5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0EF365D-79F6-434C-D5ED-64A32BFDF2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18E8FAF9-953A-BE39-C77A-DD08ED8AA68A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4377B519-904A-7D58-028D-848610D33257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577748806"/>
      </p:ext>
    </p:extLst>
  </p:cSld>
  <p:clrMapOvr>
    <a:masterClrMapping/>
  </p:clrMapOvr>
  <p:transition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1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005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7435A72-10D4-E13F-E2E9-39A8603317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84788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B98C1FD5-50C4-9D44-D848-AD47F1D072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84788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F3BAD74-C1CF-E67E-45AF-03C20077EC0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87716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FBD355D-7BEF-9C2A-0BDE-A40EE1ED74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5382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6D8F0C-4D5F-DBEE-63B6-884BB7013E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6080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2C0FFC2A-FF55-C46A-F7FE-5E9C824432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37608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id="{B8697529-22AB-64ED-567A-757C29B63070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364446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AF2F9AA-04A7-ED08-805C-D2C3E26F77D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4448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3F06D6B-CD36-42CF-8815-3FF8AD5497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64446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B8F3DAD-89F6-40A8-BD2F-A791ECE20A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E17738-6020-D211-863B-93E98D6AB768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D4BC09-017E-9322-76FE-B25FD85CC55D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FECD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40B8B0B-B414-CD41-E15E-CEB947F55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9" name="Slide Number Placeholder 9">
            <a:extLst>
              <a:ext uri="{FF2B5EF4-FFF2-40B4-BE49-F238E27FC236}">
                <a16:creationId xmlns:a16="http://schemas.microsoft.com/office/drawing/2014/main" id="{099B58C4-5F9E-BFB3-C0D6-15D560C5033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651E8003-793B-3E39-D42C-A817C5DB7E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7D3A08-5DB2-E749-1F73-1ED3C087FAEA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23" name="Picture 4">
              <a:extLst>
                <a:ext uri="{FF2B5EF4-FFF2-40B4-BE49-F238E27FC236}">
                  <a16:creationId xmlns:a16="http://schemas.microsoft.com/office/drawing/2014/main" id="{CD51982E-EA8E-D5A1-C55A-7A865454AA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26" name="Picture 4">
              <a:extLst>
                <a:ext uri="{FF2B5EF4-FFF2-40B4-BE49-F238E27FC236}">
                  <a16:creationId xmlns:a16="http://schemas.microsoft.com/office/drawing/2014/main" id="{F1BD3800-2C48-4293-5B39-8E001F2C76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7" name="Picture 4">
              <a:extLst>
                <a:ext uri="{FF2B5EF4-FFF2-40B4-BE49-F238E27FC236}">
                  <a16:creationId xmlns:a16="http://schemas.microsoft.com/office/drawing/2014/main" id="{804C4EA7-0C73-60B4-F5C4-9AADEA9BE4F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1902599"/>
      </p:ext>
    </p:extLst>
  </p:cSld>
  <p:clrMapOvr>
    <a:masterClrMapping/>
  </p:clrMapOvr>
  <p:transition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1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B98C1FD5-50C4-9D44-D848-AD47F1D072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3700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F3BAD74-C1CF-E67E-45AF-03C20077EC0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6628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FBD355D-7BEF-9C2A-0BDE-A40EE1ED74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24022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6D8F0C-4D5F-DBEE-63B6-884BB7013E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24720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AF2F9AA-04A7-ED08-805C-D2C3E26F77D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442270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3F06D6B-CD36-42CF-8815-3FF8AD5497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442270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4" name="Picture Placeholder 21">
            <a:extLst>
              <a:ext uri="{FF2B5EF4-FFF2-40B4-BE49-F238E27FC236}">
                <a16:creationId xmlns:a16="http://schemas.microsoft.com/office/drawing/2014/main" id="{9D77277B-E0B3-402E-83BC-03783DCE6A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6770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6C65BD8F-3C3F-4AC8-FD3A-5D43F8055E9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412891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21">
            <a:extLst>
              <a:ext uri="{FF2B5EF4-FFF2-40B4-BE49-F238E27FC236}">
                <a16:creationId xmlns:a16="http://schemas.microsoft.com/office/drawing/2014/main" id="{B946563E-2859-78DF-F01B-36319E566AF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418736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Picture Placeholder 21">
            <a:extLst>
              <a:ext uri="{FF2B5EF4-FFF2-40B4-BE49-F238E27FC236}">
                <a16:creationId xmlns:a16="http://schemas.microsoft.com/office/drawing/2014/main" id="{C879684E-B460-219E-A5CD-A0A967C2B8A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434311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D1BED77-EF94-E686-774C-5C5BD57752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C7D5C0-BDF8-5B5D-5B0F-9046DD650846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CDE0C6A9-D912-98CF-1DBC-26F5C8019D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22F74FEF-1248-33B0-AB4B-6FE3F5D33FE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39CD22FF-B819-7922-A4F8-1FE7FAAE0EF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284A982-9CB6-4DAE-BEDE-305730DE88A3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26" name="Picture 4">
              <a:extLst>
                <a:ext uri="{FF2B5EF4-FFF2-40B4-BE49-F238E27FC236}">
                  <a16:creationId xmlns:a16="http://schemas.microsoft.com/office/drawing/2014/main" id="{D0904037-D665-FF5B-998E-0FA26DA1C6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27" name="Picture 4">
              <a:extLst>
                <a:ext uri="{FF2B5EF4-FFF2-40B4-BE49-F238E27FC236}">
                  <a16:creationId xmlns:a16="http://schemas.microsoft.com/office/drawing/2014/main" id="{9969BA7E-598A-4F3E-0FEC-756EE4A9F9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8" name="Picture 4">
              <a:extLst>
                <a:ext uri="{FF2B5EF4-FFF2-40B4-BE49-F238E27FC236}">
                  <a16:creationId xmlns:a16="http://schemas.microsoft.com/office/drawing/2014/main" id="{FB5BC03F-BD52-89F1-3AA5-D5E786524F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6230157"/>
      </p:ext>
    </p:extLst>
  </p:cSld>
  <p:clrMapOvr>
    <a:masterClrMapping/>
  </p:clrMapOvr>
  <p:transition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BAD7BF-FFAD-D393-0023-18801993154F}"/>
              </a:ext>
            </a:extLst>
          </p:cNvPr>
          <p:cNvSpPr/>
          <p:nvPr userDrawn="1"/>
        </p:nvSpPr>
        <p:spPr>
          <a:xfrm>
            <a:off x="2" y="1634071"/>
            <a:ext cx="5927090" cy="5223928"/>
          </a:xfrm>
          <a:prstGeom prst="rect">
            <a:avLst/>
          </a:prstGeom>
          <a:solidFill>
            <a:srgbClr val="FECD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7093" y="0"/>
            <a:ext cx="6264908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5149145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2" y="1201783"/>
            <a:ext cx="516656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0" y="1985626"/>
            <a:ext cx="516656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66560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8FE4E7D-0FE3-EE71-8A08-526B79D401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8CB9279E-1E6A-7D0A-5EAA-EA86679E8F6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E20F977A-E225-81EC-67A3-57436B1F23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46223073"/>
      </p:ext>
    </p:extLst>
  </p:cSld>
  <p:clrMapOvr>
    <a:masterClrMapping/>
  </p:clrMapOvr>
  <p:transition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236D08-2AB2-BC80-56FE-DB43CC17F482}"/>
              </a:ext>
            </a:extLst>
          </p:cNvPr>
          <p:cNvSpPr/>
          <p:nvPr userDrawn="1"/>
        </p:nvSpPr>
        <p:spPr>
          <a:xfrm>
            <a:off x="8547652" y="-1"/>
            <a:ext cx="3660974" cy="6857999"/>
          </a:xfrm>
          <a:prstGeom prst="rect">
            <a:avLst/>
          </a:prstGeom>
          <a:solidFill>
            <a:srgbClr val="FECD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7815D7BE-CB95-E5F8-442A-B133E97300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5097" y="1971512"/>
            <a:ext cx="2898155" cy="1632760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3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pullquote or key message from </a:t>
            </a:r>
            <a:br>
              <a:rPr lang="en-US"/>
            </a:br>
            <a:r>
              <a:rPr lang="en-US"/>
              <a:t>the main content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25F643D-73EC-C6E9-4703-6CE73188F2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551E874-811B-AA4D-4829-C5351316E2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0167B789-D854-0028-A268-ECCE8653F8F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7FAEC16B-969E-5A97-9E9F-A56BDB52F9D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908905422"/>
      </p:ext>
    </p:extLst>
  </p:cSld>
  <p:clrMapOvr>
    <a:masterClrMapping/>
  </p:clrMapOvr>
  <p:transition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49" y="1985626"/>
            <a:ext cx="1140833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11408334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E6AA2CE-A2FC-AFDC-F1D0-72DB3D659F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8C072E1-0A30-5829-D2C6-41755FE9AE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5D3A06A2-BA73-3A87-34CE-EC8C3A2EB7BC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BF741D41-07CC-5276-2CF5-CC2C418577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623040577"/>
      </p:ext>
    </p:extLst>
  </p:cSld>
  <p:clrMapOvr>
    <a:masterClrMapping/>
  </p:clrMapOvr>
  <p:transition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5E9FF38B-26C9-21A5-0403-142FB6E960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1186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580F3A2-48C1-7E56-952B-8614FE8F19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1184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E35228-F5E0-CD25-9531-E418FCD84A12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FECD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2A8852-4146-1D97-810C-56C2B66861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710FFA09-D800-BD94-47F0-451363675E9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7AA8E5C3-3722-70EB-CD40-136A92810C2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118682214"/>
      </p:ext>
    </p:extLst>
  </p:cSld>
  <p:clrMapOvr>
    <a:masterClrMapping/>
  </p:clrMapOvr>
  <p:transition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663BC1-6397-8B4A-5074-E6256EF37193}"/>
              </a:ext>
            </a:extLst>
          </p:cNvPr>
          <p:cNvSpPr/>
          <p:nvPr userDrawn="1"/>
        </p:nvSpPr>
        <p:spPr>
          <a:xfrm>
            <a:off x="3" y="1"/>
            <a:ext cx="6095998" cy="2276264"/>
          </a:xfrm>
          <a:prstGeom prst="rect">
            <a:avLst/>
          </a:prstGeom>
          <a:solidFill>
            <a:srgbClr val="FECD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Picture Placeholder 21">
            <a:extLst>
              <a:ext uri="{FF2B5EF4-FFF2-40B4-BE49-F238E27FC236}">
                <a16:creationId xmlns:a16="http://schemas.microsoft.com/office/drawing/2014/main" id="{88A8C8D7-CBA5-DE81-8D09-C17E4CE5CE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"/>
            <a:ext cx="6096000" cy="227626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525445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0062" y="2697273"/>
            <a:ext cx="8310393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60063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1" y="1201783"/>
            <a:ext cx="527187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3A5B597-3CE5-808E-88ED-32B81855078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593" y="2697273"/>
            <a:ext cx="2211420" cy="3158779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introduction text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30A6163-E535-F0DD-51A4-FCEA5F181F65}"/>
              </a:ext>
            </a:extLst>
          </p:cNvPr>
          <p:cNvCxnSpPr/>
          <p:nvPr userDrawn="1"/>
        </p:nvCxnSpPr>
        <p:spPr>
          <a:xfrm flipH="1" flipV="1">
            <a:off x="2924784" y="2697273"/>
            <a:ext cx="0" cy="3158779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A1C510F2-24E7-24AB-939B-7D2DFD7624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50332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BC40CDC5-EFCA-E051-084E-6514E9D0A4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00149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E2EB7B48-6FAD-B363-1485-9A4AAB96B50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90417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44531745-4B37-5FE0-17B1-0FA05A3B11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749962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67F6C9A-4136-E12C-5261-A1C700B3B2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40230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A8D3FC3-CCAA-EC69-30E5-4BB46ADBD8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09501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CC7149E6-BE60-C980-CCD9-2ECBAE03D2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99772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6D7C73-DD5B-86E4-DDA4-95880F7DB3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04DAC75D-08CC-938B-D738-69476C3C258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B2F37249-AC68-7B5A-4362-3E6DB9B9D02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62F5F9E-72F0-4896-881C-A698CBE075D4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7" name="Picture 4">
              <a:extLst>
                <a:ext uri="{FF2B5EF4-FFF2-40B4-BE49-F238E27FC236}">
                  <a16:creationId xmlns:a16="http://schemas.microsoft.com/office/drawing/2014/main" id="{6107E3CD-1BFD-764E-CA00-578FF615F3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26" name="Picture 4">
              <a:extLst>
                <a:ext uri="{FF2B5EF4-FFF2-40B4-BE49-F238E27FC236}">
                  <a16:creationId xmlns:a16="http://schemas.microsoft.com/office/drawing/2014/main" id="{675CE93F-9969-F246-A3CE-06BD5B1432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7" name="Picture 4">
              <a:extLst>
                <a:ext uri="{FF2B5EF4-FFF2-40B4-BE49-F238E27FC236}">
                  <a16:creationId xmlns:a16="http://schemas.microsoft.com/office/drawing/2014/main" id="{4922F6F8-FEBF-AD16-FC9E-7610C1235E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1161248"/>
      </p:ext>
    </p:extLst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D6FFBE-BC2A-36ED-5F25-1C8F30D256A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86135489"/>
              </p:ext>
            </p:extLst>
          </p:nvPr>
        </p:nvGraphicFramePr>
        <p:xfrm>
          <a:off x="416768" y="2539856"/>
          <a:ext cx="11384281" cy="6299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1">
                  <a:extLst>
                    <a:ext uri="{9D8B030D-6E8A-4147-A177-3AD203B41FA5}">
                      <a16:colId xmlns:a16="http://schemas.microsoft.com/office/drawing/2014/main" val="1382175687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47031374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59890768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3771841006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999870903"/>
                    </a:ext>
                  </a:extLst>
                </a:gridCol>
              </a:tblGrid>
              <a:tr h="756068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03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03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03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03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03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264458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C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751582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C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921312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C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550155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C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37107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C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98272"/>
                  </a:ext>
                </a:extLst>
              </a:tr>
            </a:tbl>
          </a:graphicData>
        </a:graphic>
      </p:graphicFrame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1C928EE-C260-7F4E-5426-07601FF060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6768" y="1985626"/>
            <a:ext cx="5136747" cy="428236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7950C4E-C6FA-4CB3-E24D-57AE965EFB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5E034CF4-AD8B-FDD1-855D-B44ED30EF65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1D174A41-FECF-50DD-7B57-365B8B94C2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8644E34-3F38-4FCC-E103-CB70961652A9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3" name="Picture 4">
              <a:extLst>
                <a:ext uri="{FF2B5EF4-FFF2-40B4-BE49-F238E27FC236}">
                  <a16:creationId xmlns:a16="http://schemas.microsoft.com/office/drawing/2014/main" id="{1B4D949B-7B8B-C398-EABC-31CF7F8D796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101632FB-E481-1B06-E74E-DE9FDAE27F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6" name="Picture 4">
              <a:extLst>
                <a:ext uri="{FF2B5EF4-FFF2-40B4-BE49-F238E27FC236}">
                  <a16:creationId xmlns:a16="http://schemas.microsoft.com/office/drawing/2014/main" id="{DC807BDA-7EF9-E147-4E96-65BBB91B1D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5629096"/>
      </p:ext>
    </p:extLst>
  </p:cSld>
  <p:clrMapOvr>
    <a:masterClrMapping/>
  </p:clrMapOvr>
  <p:transition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ph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CBDBB2E6-5C51-2EC2-3138-07D9FE924D1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722564475"/>
              </p:ext>
            </p:extLst>
          </p:nvPr>
        </p:nvGraphicFramePr>
        <p:xfrm>
          <a:off x="3694086" y="1808517"/>
          <a:ext cx="4516571" cy="3749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E1051591-71B9-688F-6FA0-79EB92B551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2742684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chart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3EC3C4-10BD-5A61-95F7-FA82FD084A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2765576"/>
            <a:ext cx="2742684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graphicFrame>
        <p:nvGraphicFramePr>
          <p:cNvPr id="12" name="Content Placeholder 15">
            <a:extLst>
              <a:ext uri="{FF2B5EF4-FFF2-40B4-BE49-F238E27FC236}">
                <a16:creationId xmlns:a16="http://schemas.microsoft.com/office/drawing/2014/main" id="{C7378800-8B46-7964-7406-2613E27DDD4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366140604"/>
              </p:ext>
            </p:extLst>
          </p:nvPr>
        </p:nvGraphicFramePr>
        <p:xfrm>
          <a:off x="7958356" y="1808517"/>
          <a:ext cx="4516571" cy="3749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Graphic 2">
            <a:extLst>
              <a:ext uri="{FF2B5EF4-FFF2-40B4-BE49-F238E27FC236}">
                <a16:creationId xmlns:a16="http://schemas.microsoft.com/office/drawing/2014/main" id="{8982F07B-026B-3168-C5CB-A51ED1239D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2EB80E90-BF19-82E2-C657-F52C75B8BDB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72B610C-6908-98D0-2F2E-0595A913C5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541D1D-D8D5-BE56-7544-8ED56EE3316C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AE9193C4-34EF-716D-0AE4-065B318ED5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EA4985EE-B704-326F-1140-BE6BFE7ED6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4" name="Picture 4">
              <a:extLst>
                <a:ext uri="{FF2B5EF4-FFF2-40B4-BE49-F238E27FC236}">
                  <a16:creationId xmlns:a16="http://schemas.microsoft.com/office/drawing/2014/main" id="{34184D69-4A0D-FE99-B933-500F5FFDEE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0071913"/>
      </p:ext>
    </p:extLst>
  </p:cSld>
  <p:clrMapOvr>
    <a:masterClrMapping/>
  </p:clrMapOvr>
  <p:transition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ph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15">
            <a:extLst>
              <a:ext uri="{FF2B5EF4-FFF2-40B4-BE49-F238E27FC236}">
                <a16:creationId xmlns:a16="http://schemas.microsoft.com/office/drawing/2014/main" id="{900C6176-281D-040E-1AC5-1F0A52BCD82A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5121588"/>
              </p:ext>
            </p:extLst>
          </p:nvPr>
        </p:nvGraphicFramePr>
        <p:xfrm>
          <a:off x="379896" y="2760373"/>
          <a:ext cx="4836283" cy="3109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A4A966-6BCB-7502-0C0E-12359B0086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1985626"/>
            <a:ext cx="266678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chart heading</a:t>
            </a:r>
          </a:p>
        </p:txBody>
      </p:sp>
      <p:graphicFrame>
        <p:nvGraphicFramePr>
          <p:cNvPr id="14" name="Content Placeholder 15">
            <a:extLst>
              <a:ext uri="{FF2B5EF4-FFF2-40B4-BE49-F238E27FC236}">
                <a16:creationId xmlns:a16="http://schemas.microsoft.com/office/drawing/2014/main" id="{5F87157A-05AF-A643-660D-6BFCDEF59AD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531631926"/>
              </p:ext>
            </p:extLst>
          </p:nvPr>
        </p:nvGraphicFramePr>
        <p:xfrm>
          <a:off x="6634785" y="2760373"/>
          <a:ext cx="4836283" cy="3109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B94EF1-3173-5FE1-C03C-A2EEE38410A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14800" y="2042758"/>
            <a:ext cx="1166802" cy="95341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Color 1 heading</a:t>
            </a:r>
          </a:p>
          <a:p>
            <a:pPr lvl="0"/>
            <a:r>
              <a:rPr lang="en-US"/>
              <a:t>Color 2 heading</a:t>
            </a:r>
          </a:p>
          <a:p>
            <a:pPr lvl="0"/>
            <a:r>
              <a:rPr lang="en-US"/>
              <a:t>Color 3 heading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D0375A-1177-53D4-89F2-F5FC715641E0}"/>
              </a:ext>
            </a:extLst>
          </p:cNvPr>
          <p:cNvSpPr/>
          <p:nvPr userDrawn="1"/>
        </p:nvSpPr>
        <p:spPr>
          <a:xfrm>
            <a:off x="3884292" y="2082985"/>
            <a:ext cx="155643" cy="155642"/>
          </a:xfrm>
          <a:prstGeom prst="rect">
            <a:avLst/>
          </a:prstGeom>
          <a:solidFill>
            <a:srgbClr val="FC0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2BDBF7-6312-5C2E-5208-3BC8D7347779}"/>
              </a:ext>
            </a:extLst>
          </p:cNvPr>
          <p:cNvSpPr/>
          <p:nvPr userDrawn="1"/>
        </p:nvSpPr>
        <p:spPr>
          <a:xfrm>
            <a:off x="3884292" y="2345632"/>
            <a:ext cx="155643" cy="15564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51BF7B-E5B7-064E-1596-09C884E07B5D}"/>
              </a:ext>
            </a:extLst>
          </p:cNvPr>
          <p:cNvSpPr/>
          <p:nvPr userDrawn="1"/>
        </p:nvSpPr>
        <p:spPr>
          <a:xfrm>
            <a:off x="3884292" y="2618008"/>
            <a:ext cx="155643" cy="155642"/>
          </a:xfrm>
          <a:prstGeom prst="rect">
            <a:avLst/>
          </a:prstGeom>
          <a:solidFill>
            <a:srgbClr val="FECD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12020BB6-B349-9AC3-9B9E-7B4647B21DD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44515" y="1985626"/>
            <a:ext cx="266678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chart heading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916EC0C0-3340-116E-2A9E-C5F9EF55B9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359963" y="2042758"/>
            <a:ext cx="1166802" cy="95341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Color 1 heading</a:t>
            </a:r>
          </a:p>
          <a:p>
            <a:pPr lvl="0"/>
            <a:r>
              <a:rPr lang="en-US"/>
              <a:t>Color 2 heading</a:t>
            </a:r>
          </a:p>
          <a:p>
            <a:pPr lvl="0"/>
            <a:r>
              <a:rPr lang="en-US"/>
              <a:t>Color 3 heading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0E2BA2-5FEA-09A0-C114-B2B3FBA234CA}"/>
              </a:ext>
            </a:extLst>
          </p:cNvPr>
          <p:cNvSpPr/>
          <p:nvPr userDrawn="1"/>
        </p:nvSpPr>
        <p:spPr>
          <a:xfrm>
            <a:off x="10129455" y="2082985"/>
            <a:ext cx="155643" cy="155642"/>
          </a:xfrm>
          <a:prstGeom prst="rect">
            <a:avLst/>
          </a:prstGeom>
          <a:solidFill>
            <a:srgbClr val="FC0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98302C-FFC3-E197-29E7-7398CEAA1203}"/>
              </a:ext>
            </a:extLst>
          </p:cNvPr>
          <p:cNvSpPr/>
          <p:nvPr userDrawn="1"/>
        </p:nvSpPr>
        <p:spPr>
          <a:xfrm>
            <a:off x="10129455" y="2345632"/>
            <a:ext cx="155643" cy="15564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7EE772-E0F3-CFA8-41DA-667F14BCFAFB}"/>
              </a:ext>
            </a:extLst>
          </p:cNvPr>
          <p:cNvSpPr/>
          <p:nvPr userDrawn="1"/>
        </p:nvSpPr>
        <p:spPr>
          <a:xfrm>
            <a:off x="10129455" y="2618008"/>
            <a:ext cx="155643" cy="155642"/>
          </a:xfrm>
          <a:prstGeom prst="rect">
            <a:avLst/>
          </a:prstGeom>
          <a:solidFill>
            <a:srgbClr val="FECD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8646D92-4835-3882-06B3-1AEB55DC04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00DF300C-9EC7-0EFD-1D87-F78F01EA1A2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49C3B5-E646-E462-4250-C1F27441F194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F8835D5A-D6E0-789A-0016-1A919C3D00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7A2E2FA5-6289-EE02-C34C-A6AB4C07A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6C72E3CB-94B2-FCCA-2D19-0A668051EC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43C1B250-DD19-9B4F-3540-2E530D941A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542938931"/>
      </p:ext>
    </p:extLst>
  </p:cSld>
  <p:clrMapOvr>
    <a:masterClrMapping/>
  </p:clrMapOvr>
  <p:transition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318649"/>
            <a:ext cx="11443061" cy="300153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2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470" y="5053606"/>
            <a:ext cx="11443061" cy="505097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to lead on from stat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3074C10A-BAE0-2952-5D39-DFEE103B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11418180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D3F123B-979E-A246-B96A-67D57FA19A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A4243A8-5019-0BAE-5DFE-B1C8DE7DB6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0ECF6554-520C-04D8-83C0-012FF4306F42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9D8D4A6-F57A-421F-F478-0918988EE6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598644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arge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349" y="2318649"/>
            <a:ext cx="5696651" cy="1492099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1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49" y="3825952"/>
            <a:ext cx="5696651" cy="173996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</a:t>
            </a:r>
            <a:br>
              <a:rPr lang="en-US"/>
            </a:br>
            <a:r>
              <a:rPr lang="en-US"/>
              <a:t>to lead on from stat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3074C10A-BAE0-2952-5D39-DFEE103B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2" y="1979362"/>
            <a:ext cx="5696649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3DA9141-2FA0-43D2-4FF0-085F5BE123F2}"/>
              </a:ext>
            </a:extLst>
          </p:cNvPr>
          <p:cNvCxnSpPr/>
          <p:nvPr userDrawn="1"/>
        </p:nvCxnSpPr>
        <p:spPr>
          <a:xfrm flipH="1">
            <a:off x="6096000" y="1972147"/>
            <a:ext cx="0" cy="3586556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6BFAC21-0655-5E09-7BA6-05EE94A866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17226" y="2318649"/>
            <a:ext cx="5690462" cy="150730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1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DB3E8F37-65C2-1141-F298-5649C3B781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17226" y="1979362"/>
            <a:ext cx="5690462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BF0EBAF0-E764-491A-37FC-B9972C5C30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17224" y="3825952"/>
            <a:ext cx="5690462" cy="173996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</a:t>
            </a:r>
            <a:br>
              <a:rPr lang="en-US"/>
            </a:br>
            <a:r>
              <a:rPr lang="en-US"/>
              <a:t>to lead on from stat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2107D50-58EE-71C7-EC95-F2124636D5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62597A6-FF3C-D1E7-D184-45A58122AD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E3C7D9B4-3861-87CF-5C5F-3F6C63B3E33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82C8718E-4A28-B7BA-AD2C-486EE1A6499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06692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Large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351" y="1667336"/>
            <a:ext cx="3398926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XX,XXX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261E9CF2-DF8C-F184-044A-E7418E7523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9351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5CE0D850-00A2-2869-6ABC-3AB860E4BC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1801" y="1667336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F7290E6-C2F2-E204-09A6-52BAEF5807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03134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3659DF3-0D55-D08D-A094-457DA09A13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5586" y="1667336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$XX,XXX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886AD954-8CD2-030A-36CF-B8A5E782F0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06919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9AF6072-6784-77CC-FD7D-F9383D98D8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9351" y="4023675"/>
            <a:ext cx="3398926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310162A-17E1-6A87-538F-1E98AB50F10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9351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9AF0DEF-DC09-7313-18A4-D7030A9873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21801" y="4023675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XX,XXX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1F2556C-43F7-F306-BE95-1C7ED8D60F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03134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65786BF-46E1-48A1-88CF-122C298516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25586" y="4023675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27F10C66-CE06-829D-AEA0-6B01BE82A60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06919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5E0300-0034-C452-6D4B-7AB84A7805CA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FECD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BDFCB9E-1427-ADAA-03A5-025AA025E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7F1F4C1C-653D-E7E3-38F7-FD2012F49353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F0C6A7F-9731-B3BA-9FA3-98D10A7BC5E1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9949BEBE-4BAF-6A36-447F-2C1CA906C8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4" name="Picture 4">
              <a:extLst>
                <a:ext uri="{FF2B5EF4-FFF2-40B4-BE49-F238E27FC236}">
                  <a16:creationId xmlns:a16="http://schemas.microsoft.com/office/drawing/2014/main" id="{162917E7-1A27-328A-8CD5-D5CF5EF8A5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7" name="Picture 4">
              <a:extLst>
                <a:ext uri="{FF2B5EF4-FFF2-40B4-BE49-F238E27FC236}">
                  <a16:creationId xmlns:a16="http://schemas.microsoft.com/office/drawing/2014/main" id="{4A33569C-CC2D-D64F-AF9F-346BD31EC7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06B162C0-5C72-3539-4F23-F1C6B97773D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240906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Question mark boxes">
            <a:extLst>
              <a:ext uri="{FF2B5EF4-FFF2-40B4-BE49-F238E27FC236}">
                <a16:creationId xmlns:a16="http://schemas.microsoft.com/office/drawing/2014/main" id="{A67F9B00-7B0C-4D24-04C2-38E1896DA0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227" y="0"/>
            <a:ext cx="12191550" cy="6858000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321853"/>
            <a:ext cx="11443061" cy="2214297"/>
          </a:xfrm>
          <a:prstGeom prst="rect">
            <a:avLst/>
          </a:prstGeom>
        </p:spPr>
        <p:txBody>
          <a:bodyPr wrap="square" lIns="0" anchor="ctr">
            <a:noAutofit/>
          </a:bodyPr>
          <a:lstStyle>
            <a:lvl1pPr marL="0" indent="0" algn="ctr">
              <a:buNone/>
              <a:defRPr sz="54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Questions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8401B9-05E9-23EF-1A44-F95A78DD0C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7744" y="5971033"/>
            <a:ext cx="1898354" cy="830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85811D-8C33-7B01-8787-B5BD7EEE56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72016" y="6035040"/>
            <a:ext cx="1031079" cy="6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269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0542382" cy="1027499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end slide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3595044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 here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Picture 2" descr="A black and blue rectangle with a black background&#10;&#10;AI-generated content may be incorrect.">
            <a:extLst>
              <a:ext uri="{FF2B5EF4-FFF2-40B4-BE49-F238E27FC236}">
                <a16:creationId xmlns:a16="http://schemas.microsoft.com/office/drawing/2014/main" id="{40483CA1-7DDE-6582-B6A1-80F351408A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FC0386">
                <a:tint val="45000"/>
                <a:satMod val="400000"/>
              </a:srgbClr>
            </a:duotone>
          </a:blip>
          <a:srcRect t="-1861" r="1460" b="733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41048BA-84EB-0E0D-ECF1-F2A7B66E4D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655961C-BEBE-E909-32AF-899A5F01C240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3A013923-8840-8696-D4DB-EBF8C92200B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45023E69-0C67-C287-685A-D404D8952D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BE81BB6B-37D0-0703-FBFD-BB4F6A0C1D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9823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/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698171"/>
            <a:ext cx="11443061" cy="221429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pullquote </a:t>
            </a:r>
            <a:br>
              <a:rPr lang="en-US"/>
            </a:br>
            <a:r>
              <a:rPr lang="en-US"/>
              <a:t>or key message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C396BA70-4D20-197B-ABFC-4C68EB70A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11418180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NAME AND JOB TITLE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4E2D77B-1861-F772-A2AD-6B67B4A3A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B6D92BE-3D96-2B6D-5AA9-4F2B635B0D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090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5303525"/>
            <a:ext cx="11526757" cy="387412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legal information heading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6B2EA81A-B50D-A42E-E792-55767F9AC7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3941" y="5690938"/>
            <a:ext cx="11526757" cy="907717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legal information body copy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9FD944F-EBAF-4BB6-D280-C5A8787F87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8EDFA61-9978-A943-0918-01C813A539FA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B9D55F1F-7F43-0864-103B-BACB1F4E98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B7B18F44-C4D0-36F5-02BF-23AF7518EB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48898"/>
              <a:ext cx="1133856" cy="200912"/>
            </a:xfrm>
            <a:prstGeom prst="rect">
              <a:avLst/>
            </a:prstGeom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04AEA395-BC10-8F20-37CC-1E24B55C2BD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5131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4161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5527740" cy="1609821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0" y="4425219"/>
            <a:ext cx="5527740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5527740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C3C818F-587E-CA93-6C9A-D0ED2BFF14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023398C-5E42-E050-0227-192BD13E45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9115" y="320272"/>
            <a:ext cx="1977237" cy="117645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129F368-BDD3-7287-0F2D-32653A24F8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314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1526759" cy="1609821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19"/>
            <a:ext cx="11526757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39" y="1980404"/>
            <a:ext cx="11526757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745334A-B4BE-4516-EDFD-3B3AF1A521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42834" y="278373"/>
            <a:ext cx="1133856" cy="67464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1FA96E2-649C-A4FC-649C-DD9DE56396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1262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2567544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title over 2 lines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20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2" name="Picture 1" descr="A blue and white lines on a black background&#10;&#10;AI-generated content may be incorrect.">
            <a:extLst>
              <a:ext uri="{FF2B5EF4-FFF2-40B4-BE49-F238E27FC236}">
                <a16:creationId xmlns:a16="http://schemas.microsoft.com/office/drawing/2014/main" id="{D854ECD0-24E0-6646-05A0-B1910DA209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FFA300">
                <a:tint val="45000"/>
                <a:satMod val="400000"/>
              </a:srgbClr>
            </a:duotone>
          </a:blip>
          <a:srcRect l="47286" t="15937" b="11359"/>
          <a:stretch>
            <a:fillRect/>
          </a:stretch>
        </p:blipFill>
        <p:spPr>
          <a:xfrm>
            <a:off x="6660683" y="0"/>
            <a:ext cx="4972251" cy="6858000"/>
          </a:xfrm>
          <a:prstGeom prst="rect">
            <a:avLst/>
          </a:prstGeom>
        </p:spPr>
      </p:pic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6A7FF0E-113F-D7E1-BC1F-35E4AFF57B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42834" y="278373"/>
            <a:ext cx="1133856" cy="67464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604BF43-CD86-75B7-1055-FAF7127A0A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178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20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4" name="Picture 3" descr="A blue and white lines on a black background&#10;&#10;AI-generated content may be incorrect.">
            <a:extLst>
              <a:ext uri="{FF2B5EF4-FFF2-40B4-BE49-F238E27FC236}">
                <a16:creationId xmlns:a16="http://schemas.microsoft.com/office/drawing/2014/main" id="{794F9825-6E1C-50CC-5145-8AF009BA0D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FFA300">
                <a:tint val="45000"/>
                <a:satMod val="400000"/>
              </a:srgbClr>
            </a:duotone>
          </a:blip>
          <a:srcRect l="47286" t="15937" b="11359"/>
          <a:stretch>
            <a:fillRect/>
          </a:stretch>
        </p:blipFill>
        <p:spPr>
          <a:xfrm>
            <a:off x="6660683" y="0"/>
            <a:ext cx="4972251" cy="6858000"/>
          </a:xfrm>
          <a:prstGeom prst="rect">
            <a:avLst/>
          </a:prstGeom>
        </p:spPr>
      </p:pic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99978693-06C5-3C60-0FBD-5BF20451CD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2567544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title over 2 lines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5519666-386F-02D4-8916-AA7F1BA575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84" name="Group 83">
            <a:extLst>
              <a:ext uri="{FF2B5EF4-FFF2-40B4-BE49-F238E27FC236}">
                <a16:creationId xmlns:a16="http://schemas.microsoft.com/office/drawing/2014/main" id="{0A8EA9C4-39BE-7720-2168-3CB5C1D26310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81" name="Picture 4">
              <a:extLst>
                <a:ext uri="{FF2B5EF4-FFF2-40B4-BE49-F238E27FC236}">
                  <a16:creationId xmlns:a16="http://schemas.microsoft.com/office/drawing/2014/main" id="{271939E8-A732-BDAF-8786-1322A6FC08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82" name="Picture 4">
              <a:extLst>
                <a:ext uri="{FF2B5EF4-FFF2-40B4-BE49-F238E27FC236}">
                  <a16:creationId xmlns:a16="http://schemas.microsoft.com/office/drawing/2014/main" id="{1C802020-D9D1-BBB6-64FE-EFBF5B521C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48898"/>
              <a:ext cx="1133856" cy="200912"/>
            </a:xfrm>
            <a:prstGeom prst="rect">
              <a:avLst/>
            </a:prstGeom>
          </p:spPr>
        </p:pic>
        <p:pic>
          <p:nvPicPr>
            <p:cNvPr id="83" name="Picture 4">
              <a:extLst>
                <a:ext uri="{FF2B5EF4-FFF2-40B4-BE49-F238E27FC236}">
                  <a16:creationId xmlns:a16="http://schemas.microsoft.com/office/drawing/2014/main" id="{4B291FC9-AF5A-E5E0-A693-141050E960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5131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6211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3B3F1EA6-A386-AF1F-80AF-2A894C6CE145}"/>
              </a:ext>
            </a:extLst>
          </p:cNvPr>
          <p:cNvSpPr/>
          <p:nvPr userDrawn="1"/>
        </p:nvSpPr>
        <p:spPr>
          <a:xfrm>
            <a:off x="1" y="2524837"/>
            <a:ext cx="11321143" cy="4327815"/>
          </a:xfrm>
          <a:prstGeom prst="round1Rect">
            <a:avLst>
              <a:gd name="adj" fmla="val 8642"/>
            </a:avLst>
          </a:prstGeom>
          <a:solidFill>
            <a:srgbClr val="FFE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3877730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5735407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3290590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51422BD-5925-3D3B-8AFE-978C6DA92F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C3D9C9E-14EC-BEB1-F77E-1344D0D5071E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B1345840-1626-D148-6B01-5DE4C5ADC8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F55064EF-A3B6-0F3D-AA28-DD99399E3E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48898"/>
              <a:ext cx="1133856" cy="200912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6B7776B3-5D0E-A6AC-45EA-C24ED82D68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5131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3469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0542382" cy="1027499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3595044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Picture 2" descr="A black and blue rectangle with a black background&#10;&#10;AI-generated content may be incorrect.">
            <a:extLst>
              <a:ext uri="{FF2B5EF4-FFF2-40B4-BE49-F238E27FC236}">
                <a16:creationId xmlns:a16="http://schemas.microsoft.com/office/drawing/2014/main" id="{40483CA1-7DDE-6582-B6A1-80F351408A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FFA300">
                <a:tint val="45000"/>
                <a:satMod val="400000"/>
              </a:srgbClr>
            </a:duotone>
          </a:blip>
          <a:srcRect t="-1861" r="1460" b="733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9FB5E4F-3C97-1477-EB2F-54141FC94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984AD8D-0657-F584-A163-96D876112448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CD26C26-9A36-09BC-BF9C-20B850D776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5EC3B117-3365-EFEE-EE20-41B0DA2105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48898"/>
              <a:ext cx="1133856" cy="200912"/>
            </a:xfrm>
            <a:prstGeom prst="rect">
              <a:avLst/>
            </a:prstGeom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5BBDC829-A5EA-3949-F4E4-643C9B4402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5131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3201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 content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11373556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agenda/contents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19556"/>
            <a:ext cx="4391662" cy="3262039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 point 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3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4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5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6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7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1139097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560BF24-F24F-03C4-143B-8B5F7160A5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87712" y="1919557"/>
            <a:ext cx="2213276" cy="326203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  <a:p>
            <a:pPr lvl="0"/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8D02FB9-C8DE-061D-21F5-38692F1B16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012D04C-F729-FBD2-C1E4-DDF45A2DB2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939E420E-F8E7-A4B9-8987-AAC20FFE7455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BF4AC93-5B6C-0E95-D7D7-3776342005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783257829"/>
      </p:ext>
    </p:extLst>
  </p:cSld>
  <p:clrMapOvr>
    <a:masterClrMapping/>
  </p:clrMapOvr>
  <p:transition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 content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 Single Corner Rectangle 14">
            <a:extLst>
              <a:ext uri="{FF2B5EF4-FFF2-40B4-BE49-F238E27FC236}">
                <a16:creationId xmlns:a16="http://schemas.microsoft.com/office/drawing/2014/main" id="{79951BE3-C64C-96DE-F492-05642CACBA63}"/>
              </a:ext>
            </a:extLst>
          </p:cNvPr>
          <p:cNvSpPr/>
          <p:nvPr userDrawn="1"/>
        </p:nvSpPr>
        <p:spPr>
          <a:xfrm>
            <a:off x="1" y="3358154"/>
            <a:ext cx="11321143" cy="3499846"/>
          </a:xfrm>
          <a:prstGeom prst="round1Rect">
            <a:avLst>
              <a:gd name="adj" fmla="val 8642"/>
            </a:avLst>
          </a:prstGeom>
          <a:solidFill>
            <a:srgbClr val="FFE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71" y="354221"/>
            <a:ext cx="9807685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agenda/contents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1139097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184A916-E3C1-011E-174D-8E86659E01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4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1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501826AD-E1A6-B420-53D8-B808B588B1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97411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B0317D6-D099-851A-87A1-EA1B30A043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97410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2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2660C88E-F62C-7E2D-C7E3-4E0D4EA512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95466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047FA9-BDA7-FA64-EE96-6E8CEF5073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95467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3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C9F945B-FC03-7090-3376-2FC2E63FA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93521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40631B4-9E86-7EF7-E4C9-6C18B40EDC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93524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552BAF-12CF-B75D-8C5B-09739067BD3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9354" y="4688933"/>
            <a:ext cx="2030932" cy="39851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EBFFE812-E199-389F-EF2E-595D7D135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97410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5A71E3D-A374-E6D9-B724-7B410AD496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95467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BADA2ED3-6513-39F1-787A-3034E3B4FA5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93524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B564FAF-C833-4FC4-F9D0-B2D091D3A6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D267854-C0EB-0365-3992-605CD46218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22" name="Slide Number Placeholder 9">
            <a:extLst>
              <a:ext uri="{FF2B5EF4-FFF2-40B4-BE49-F238E27FC236}">
                <a16:creationId xmlns:a16="http://schemas.microsoft.com/office/drawing/2014/main" id="{B34374AA-1B86-AC89-10D6-E442DE9EC388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42FA87D9-BAE0-079C-B32A-8B937FBB5A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620072558"/>
      </p:ext>
    </p:extLst>
  </p:cSld>
  <p:clrMapOvr>
    <a:masterClrMapping/>
  </p:clrMapOvr>
  <p:transition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98172"/>
            <a:ext cx="11523593" cy="111618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3814355"/>
            <a:ext cx="11523593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76E487-0A24-DFAA-9652-38E414703F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FFA300">
                <a:tint val="45000"/>
                <a:satMod val="400000"/>
              </a:srgbClr>
            </a:duotone>
          </a:blip>
          <a:srcRect l="-19050" t="-1855" r="19303" b="72969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7A41B8F-9EC0-86B1-E6E3-E34F0EC1EF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02BBE85-2F9A-9173-2FC9-648FE0F707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812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C6D569-A1F3-283A-846C-C17E78E640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FFA300">
                <a:tint val="45000"/>
                <a:satMod val="400000"/>
              </a:srgbClr>
            </a:duotone>
          </a:blip>
          <a:srcRect l="-18313" t="-2383" r="18313" b="734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98172"/>
            <a:ext cx="11523593" cy="111618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3814355"/>
            <a:ext cx="11523593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DF5B140-6E59-9059-DFC3-0FAFCE12DE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63971AE-003E-1C47-32F6-144ED3A155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874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12620"/>
            <a:ext cx="5533284" cy="1632760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4495998"/>
            <a:ext cx="5533284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Picture Placeholder 21">
            <a:extLst>
              <a:ext uri="{FF2B5EF4-FFF2-40B4-BE49-F238E27FC236}">
                <a16:creationId xmlns:a16="http://schemas.microsoft.com/office/drawing/2014/main" id="{9EE37199-8A95-EE19-1572-77F458BD1E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5498FF6-6D36-AACB-0023-B249123880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B1583C2A-1EBE-10B3-486E-8EAABD70E038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ED6BA37D-1ABE-FC85-B2D4-E31AA5862D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9435881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B8F3DAD-89F6-40A8-BD2F-A791ECE20A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E17738-6020-D211-863B-93E98D6AB768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D4BC09-017E-9322-76FE-B25FD85CC55D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F1CCE8F-4CBD-5608-5C52-6AEBF192B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6BE61E89-DC5E-96D5-346D-E76AE886759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5268339-B786-2A6F-2C1D-61FC27DEBD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AA5CD9-C3AE-ECE6-27A9-1EA2369988E7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60DB468D-46C3-0859-EAB6-31577703BE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CEFF7EDD-08CE-249F-EE37-B4DCD72569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C919A5E8-9481-6118-B76E-EB63723E95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0448880"/>
      </p:ext>
    </p:extLst>
  </p:cSld>
  <p:clrMapOvr>
    <a:masterClrMapping/>
  </p:clrMapOvr>
  <p:transition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9904" y="0"/>
            <a:ext cx="4012096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7315876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2522921"/>
            <a:ext cx="5527740" cy="291409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“Click to edit opening/welcome statement or quote here over multiple lines”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2" y="1201783"/>
            <a:ext cx="733329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59B32BE6-240E-0050-F325-7C830349B5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5527740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NAME AND JOB TITLE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904BBCD-4340-2C81-2B7E-97276791F2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BDBB5910-30E8-9AFE-CC6C-19FAB19CDE5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4B5CA-0200-DE71-836E-69A87D28134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871444602"/>
      </p:ext>
    </p:extLst>
  </p:cSld>
  <p:clrMapOvr>
    <a:masterClrMapping/>
  </p:clrMapOvr>
  <p:transition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1D03BBF-5C2F-7207-B480-E1A4A0F464E7}"/>
              </a:ext>
            </a:extLst>
          </p:cNvPr>
          <p:cNvSpPr/>
          <p:nvPr userDrawn="1"/>
        </p:nvSpPr>
        <p:spPr>
          <a:xfrm>
            <a:off x="8748110" y="-1"/>
            <a:ext cx="3460516" cy="6857999"/>
          </a:xfrm>
          <a:prstGeom prst="rect">
            <a:avLst/>
          </a:prstGeom>
          <a:solidFill>
            <a:srgbClr val="FFE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98" y="354221"/>
            <a:ext cx="3460516" cy="617958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7563451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1985626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7580868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3015658-2C82-2707-A3D2-5BFD6DAB2D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2765576"/>
            <a:ext cx="3083582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8DF21F77-7EA1-DE06-D607-56C35B62422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90945" y="2765576"/>
            <a:ext cx="3083582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ECAB680-709B-0D69-510F-ACE7C562CF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90945" y="1985626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EC9A08F-E270-2355-33D7-B96EE3B9F3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2951F7B5-136B-5CA9-0A58-BBDC116673A7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CF03BAE-69C2-D627-9EE8-83C90FE100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838314344"/>
      </p:ext>
    </p:extLst>
  </p:cSld>
  <p:clrMapOvr>
    <a:masterClrMapping/>
  </p:clrMapOvr>
  <p:transition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89EFB4-C120-EB6D-F6C5-88A9AC20D6DB}"/>
              </a:ext>
            </a:extLst>
          </p:cNvPr>
          <p:cNvSpPr/>
          <p:nvPr userDrawn="1"/>
        </p:nvSpPr>
        <p:spPr>
          <a:xfrm>
            <a:off x="1" y="3103130"/>
            <a:ext cx="6095998" cy="3754869"/>
          </a:xfrm>
          <a:prstGeom prst="rect">
            <a:avLst/>
          </a:prstGeom>
          <a:solidFill>
            <a:srgbClr val="FFE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BB1D88-D8E7-3E5F-EBA0-EA04E54CA196}"/>
              </a:ext>
            </a:extLst>
          </p:cNvPr>
          <p:cNvSpPr/>
          <p:nvPr userDrawn="1"/>
        </p:nvSpPr>
        <p:spPr>
          <a:xfrm>
            <a:off x="6096003" y="3103130"/>
            <a:ext cx="6095998" cy="3754869"/>
          </a:xfrm>
          <a:prstGeom prst="rect">
            <a:avLst/>
          </a:prstGeom>
          <a:solidFill>
            <a:srgbClr val="FFDA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 userDrawn="1">
            <p:ph type="pic" sz="quarter" idx="27"/>
          </p:nvPr>
        </p:nvSpPr>
        <p:spPr>
          <a:xfrm>
            <a:off x="400052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1717C245-C3CF-0C9A-9342-8E443AF52F55}"/>
              </a:ext>
            </a:extLst>
          </p:cNvPr>
          <p:cNvSpPr>
            <a:spLocks noGrp="1"/>
          </p:cNvSpPr>
          <p:nvPr userDrawn="1">
            <p:ph type="pic" sz="quarter" idx="29"/>
          </p:nvPr>
        </p:nvSpPr>
        <p:spPr>
          <a:xfrm>
            <a:off x="6496050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90B40DF-4697-86B3-7C46-E7A57FA9DB2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E87140-6B7A-20FF-7DE9-C4F58B7A9FE0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2D2531-8F33-1A2F-E5F6-DE15C4ADDC2E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99350" y="1476286"/>
            <a:ext cx="11408336" cy="89984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7659BA3-C496-00C5-6876-222A1DEC1EB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75903" y="4309937"/>
            <a:ext cx="3712521" cy="354211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4534845-B545-E91F-DE0B-8607C072258B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375900" y="4770710"/>
            <a:ext cx="3712521" cy="118122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9BE436A9-0487-A867-2EE4-E33703A4DAF1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486557" y="4309937"/>
            <a:ext cx="3712521" cy="354211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8E863F51-B511-A241-42E8-1A801534E4CC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6486554" y="4770710"/>
            <a:ext cx="3712521" cy="118122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54D06C4-9251-BC84-D5DE-AB2EB23F89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363CF6E-5327-53C3-7BF8-0CBA361C8C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8081E5-52C9-71F9-503E-B543FCDF530C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7A0E7680-05F7-D6F5-429C-B2C47816BFBC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474093300"/>
      </p:ext>
    </p:extLst>
  </p:cSld>
  <p:clrMapOvr>
    <a:masterClrMapping/>
  </p:clrMapOvr>
  <p:transition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A3B6B3-232E-2F95-F42B-F7316316F037}"/>
              </a:ext>
            </a:extLst>
          </p:cNvPr>
          <p:cNvSpPr/>
          <p:nvPr userDrawn="1"/>
        </p:nvSpPr>
        <p:spPr>
          <a:xfrm>
            <a:off x="2" y="2564307"/>
            <a:ext cx="12208626" cy="4293691"/>
          </a:xfrm>
          <a:prstGeom prst="rect">
            <a:avLst/>
          </a:prstGeom>
          <a:solidFill>
            <a:srgbClr val="FFE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7563451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7580868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A270CDC-1948-4538-27DA-3600AC34F7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20038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9D8563D-E600-BD7A-BA1D-058F761807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20038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179C45C0-4577-B2F0-16BC-53D8C80DA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40726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FF4BCC0-D520-C861-CB16-F3CB74F6F8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40726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005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7435A72-10D4-E13F-E2E9-39A8603317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820039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D4F15DFF-92DF-9527-1AC1-A9CAE9325DE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241426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6C70AE7-E616-2CF0-D3A9-678D8D9121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86FBEEB-346D-75AF-DDA0-9DBF195B0E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5F7E6B7-87BE-AD2D-C9AD-012B6889B20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9930D981-31C8-2BA8-7E32-9D85B7578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191223806"/>
      </p:ext>
    </p:extLst>
  </p:cSld>
  <p:clrMapOvr>
    <a:masterClrMapping/>
  </p:clrMapOvr>
  <p:transition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89EFB4-C120-EB6D-F6C5-88A9AC20D6DB}"/>
              </a:ext>
            </a:extLst>
          </p:cNvPr>
          <p:cNvSpPr/>
          <p:nvPr userDrawn="1"/>
        </p:nvSpPr>
        <p:spPr>
          <a:xfrm>
            <a:off x="3" y="3103130"/>
            <a:ext cx="4063998" cy="3754869"/>
          </a:xfrm>
          <a:prstGeom prst="rect">
            <a:avLst/>
          </a:prstGeom>
          <a:solidFill>
            <a:srgbClr val="FFE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BB1D88-D8E7-3E5F-EBA0-EA04E54CA196}"/>
              </a:ext>
            </a:extLst>
          </p:cNvPr>
          <p:cNvSpPr/>
          <p:nvPr userDrawn="1"/>
        </p:nvSpPr>
        <p:spPr>
          <a:xfrm>
            <a:off x="4064005" y="3103130"/>
            <a:ext cx="4063998" cy="3754869"/>
          </a:xfrm>
          <a:prstGeom prst="rect">
            <a:avLst/>
          </a:prstGeom>
          <a:solidFill>
            <a:srgbClr val="FFDA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0021A6-4C96-950C-FA0B-87E082D1E328}"/>
              </a:ext>
            </a:extLst>
          </p:cNvPr>
          <p:cNvSpPr/>
          <p:nvPr userDrawn="1"/>
        </p:nvSpPr>
        <p:spPr>
          <a:xfrm>
            <a:off x="8128003" y="3103130"/>
            <a:ext cx="4063998" cy="3754869"/>
          </a:xfrm>
          <a:prstGeom prst="rect">
            <a:avLst/>
          </a:prstGeom>
          <a:solidFill>
            <a:srgbClr val="FFC7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99351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 userDrawn="1">
            <p:ph type="pic" sz="quarter" idx="27"/>
          </p:nvPr>
        </p:nvSpPr>
        <p:spPr>
          <a:xfrm>
            <a:off x="400052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55286C9-AC10-36B7-9594-8A2B11D0A799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4484969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1717C245-C3CF-0C9A-9342-8E443AF52F55}"/>
              </a:ext>
            </a:extLst>
          </p:cNvPr>
          <p:cNvSpPr>
            <a:spLocks noGrp="1"/>
          </p:cNvSpPr>
          <p:nvPr userDrawn="1">
            <p:ph type="pic" sz="quarter" idx="29"/>
          </p:nvPr>
        </p:nvSpPr>
        <p:spPr>
          <a:xfrm>
            <a:off x="4485668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AC4D9F00-EEB0-8559-1792-02DCCCE860EC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8502493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3" name="Picture Placeholder 23">
            <a:extLst>
              <a:ext uri="{FF2B5EF4-FFF2-40B4-BE49-F238E27FC236}">
                <a16:creationId xmlns:a16="http://schemas.microsoft.com/office/drawing/2014/main" id="{CFEF38E8-E8C8-C8C6-0DB9-181A38D498D0}"/>
              </a:ext>
            </a:extLst>
          </p:cNvPr>
          <p:cNvSpPr>
            <a:spLocks noGrp="1"/>
          </p:cNvSpPr>
          <p:nvPr userDrawn="1">
            <p:ph type="pic" sz="quarter" idx="31"/>
          </p:nvPr>
        </p:nvSpPr>
        <p:spPr>
          <a:xfrm>
            <a:off x="8503191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90B40DF-4697-86B3-7C46-E7A57FA9DB2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E87140-6B7A-20FF-7DE9-C4F58B7A9FE0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2D2531-8F33-1A2F-E5F6-DE15C4ADDC2E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99350" y="1476286"/>
            <a:ext cx="11408336" cy="89984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B62E685-346F-5DBF-2B27-B701DE3C5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0EF365D-79F6-434C-D5ED-64A32BFDF2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18E8FAF9-953A-BE39-C77A-DD08ED8AA68A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4377B519-904A-7D58-028D-848610D33257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774350095"/>
      </p:ext>
    </p:extLst>
  </p:cSld>
  <p:clrMapOvr>
    <a:masterClrMapping/>
  </p:clrMapOvr>
  <p:transition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1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005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7435A72-10D4-E13F-E2E9-39A8603317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84788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B98C1FD5-50C4-9D44-D848-AD47F1D072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84788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F3BAD74-C1CF-E67E-45AF-03C20077EC0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87716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FBD355D-7BEF-9C2A-0BDE-A40EE1ED74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5382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6D8F0C-4D5F-DBEE-63B6-884BB7013E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6080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2C0FFC2A-FF55-C46A-F7FE-5E9C824432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37608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id="{B8697529-22AB-64ED-567A-757C29B63070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364446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AF2F9AA-04A7-ED08-805C-D2C3E26F77D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4448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3F06D6B-CD36-42CF-8815-3FF8AD5497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64446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B8F3DAD-89F6-40A8-BD2F-A791ECE20A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E17738-6020-D211-863B-93E98D6AB768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D4BC09-017E-9322-76FE-B25FD85CC55D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40B8B0B-B414-CD41-E15E-CEB947F55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9" name="Slide Number Placeholder 9">
            <a:extLst>
              <a:ext uri="{FF2B5EF4-FFF2-40B4-BE49-F238E27FC236}">
                <a16:creationId xmlns:a16="http://schemas.microsoft.com/office/drawing/2014/main" id="{099B58C4-5F9E-BFB3-C0D6-15D560C5033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651E8003-793B-3E39-D42C-A817C5DB7E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411E0CA-DCB7-1DBF-63A4-6A3035F38CA3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26" name="Picture 4">
              <a:extLst>
                <a:ext uri="{FF2B5EF4-FFF2-40B4-BE49-F238E27FC236}">
                  <a16:creationId xmlns:a16="http://schemas.microsoft.com/office/drawing/2014/main" id="{6D105ED9-4EB9-CBF3-4792-B3C6FEA97E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27" name="Picture 4">
              <a:extLst>
                <a:ext uri="{FF2B5EF4-FFF2-40B4-BE49-F238E27FC236}">
                  <a16:creationId xmlns:a16="http://schemas.microsoft.com/office/drawing/2014/main" id="{C4FF9B17-508E-C046-1E54-77FFB00048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8" name="Picture 4">
              <a:extLst>
                <a:ext uri="{FF2B5EF4-FFF2-40B4-BE49-F238E27FC236}">
                  <a16:creationId xmlns:a16="http://schemas.microsoft.com/office/drawing/2014/main" id="{91A86BFE-1330-A121-01F3-F1D363BFA9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3537266"/>
      </p:ext>
    </p:extLst>
  </p:cSld>
  <p:clrMapOvr>
    <a:masterClrMapping/>
  </p:clrMapOvr>
  <p:transition/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1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B98C1FD5-50C4-9D44-D848-AD47F1D072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3700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F3BAD74-C1CF-E67E-45AF-03C20077EC0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6628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FBD355D-7BEF-9C2A-0BDE-A40EE1ED74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24022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6D8F0C-4D5F-DBEE-63B6-884BB7013E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24720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AF2F9AA-04A7-ED08-805C-D2C3E26F77D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442270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3F06D6B-CD36-42CF-8815-3FF8AD5497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442270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4" name="Picture Placeholder 21">
            <a:extLst>
              <a:ext uri="{FF2B5EF4-FFF2-40B4-BE49-F238E27FC236}">
                <a16:creationId xmlns:a16="http://schemas.microsoft.com/office/drawing/2014/main" id="{9D77277B-E0B3-402E-83BC-03783DCE6A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6770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6C65BD8F-3C3F-4AC8-FD3A-5D43F8055E9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412891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21">
            <a:extLst>
              <a:ext uri="{FF2B5EF4-FFF2-40B4-BE49-F238E27FC236}">
                <a16:creationId xmlns:a16="http://schemas.microsoft.com/office/drawing/2014/main" id="{B946563E-2859-78DF-F01B-36319E566AF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418736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Picture Placeholder 21">
            <a:extLst>
              <a:ext uri="{FF2B5EF4-FFF2-40B4-BE49-F238E27FC236}">
                <a16:creationId xmlns:a16="http://schemas.microsoft.com/office/drawing/2014/main" id="{C879684E-B460-219E-A5CD-A0A967C2B8A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434311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D1BED77-EF94-E686-774C-5C5BD57752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C7D5C0-BDF8-5B5D-5B0F-9046DD650846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CDE0C6A9-D912-98CF-1DBC-26F5C8019D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22F74FEF-1248-33B0-AB4B-6FE3F5D33FE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39CD22FF-B819-7922-A4F8-1FE7FAAE0EF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3165747-F4EE-0537-AE87-B26BDB4C4CA4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22" name="Picture 4">
              <a:extLst>
                <a:ext uri="{FF2B5EF4-FFF2-40B4-BE49-F238E27FC236}">
                  <a16:creationId xmlns:a16="http://schemas.microsoft.com/office/drawing/2014/main" id="{0F49A812-59C4-FEFB-62CD-31F2E880B2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24" name="Picture 4">
              <a:extLst>
                <a:ext uri="{FF2B5EF4-FFF2-40B4-BE49-F238E27FC236}">
                  <a16:creationId xmlns:a16="http://schemas.microsoft.com/office/drawing/2014/main" id="{70DC30EE-BDE6-BE48-98AD-98A2183951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5" name="Picture 4">
              <a:extLst>
                <a:ext uri="{FF2B5EF4-FFF2-40B4-BE49-F238E27FC236}">
                  <a16:creationId xmlns:a16="http://schemas.microsoft.com/office/drawing/2014/main" id="{E2B678E5-7EA3-4086-FB52-6D520D3F3C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791985"/>
      </p:ext>
    </p:extLst>
  </p:cSld>
  <p:clrMapOvr>
    <a:masterClrMapping/>
  </p:clrMapOvr>
  <p:transition/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BAD7BF-FFAD-D393-0023-18801993154F}"/>
              </a:ext>
            </a:extLst>
          </p:cNvPr>
          <p:cNvSpPr/>
          <p:nvPr userDrawn="1"/>
        </p:nvSpPr>
        <p:spPr>
          <a:xfrm>
            <a:off x="2" y="1634071"/>
            <a:ext cx="5927090" cy="5223928"/>
          </a:xfrm>
          <a:prstGeom prst="rect">
            <a:avLst/>
          </a:prstGeom>
          <a:solidFill>
            <a:srgbClr val="FFE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7093" y="0"/>
            <a:ext cx="6264908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5149145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2" y="1201783"/>
            <a:ext cx="516656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0" y="1985626"/>
            <a:ext cx="516656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66560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8FE4E7D-0FE3-EE71-8A08-526B79D401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8CB9279E-1E6A-7D0A-5EAA-EA86679E8F6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E20F977A-E225-81EC-67A3-57436B1F23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571652865"/>
      </p:ext>
    </p:extLst>
  </p:cSld>
  <p:clrMapOvr>
    <a:masterClrMapping/>
  </p:clrMapOvr>
  <p:transition/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236D08-2AB2-BC80-56FE-DB43CC17F482}"/>
              </a:ext>
            </a:extLst>
          </p:cNvPr>
          <p:cNvSpPr/>
          <p:nvPr userDrawn="1"/>
        </p:nvSpPr>
        <p:spPr>
          <a:xfrm>
            <a:off x="8547652" y="-1"/>
            <a:ext cx="3660974" cy="6857999"/>
          </a:xfrm>
          <a:prstGeom prst="rect">
            <a:avLst/>
          </a:prstGeom>
          <a:solidFill>
            <a:srgbClr val="FFE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7815D7BE-CB95-E5F8-442A-B133E97300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5097" y="1971512"/>
            <a:ext cx="2898155" cy="1632760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3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pullquote or key message from </a:t>
            </a:r>
            <a:br>
              <a:rPr lang="en-US"/>
            </a:br>
            <a:r>
              <a:rPr lang="en-US"/>
              <a:t>the main content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25F643D-73EC-C6E9-4703-6CE73188F2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551E874-811B-AA4D-4829-C5351316E2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0167B789-D854-0028-A268-ECCE8653F8F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7FAEC16B-969E-5A97-9E9F-A56BDB52F9D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023220841"/>
      </p:ext>
    </p:extLst>
  </p:cSld>
  <p:clrMapOvr>
    <a:masterClrMapping/>
  </p:clrMapOvr>
  <p:transition/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49" y="1985626"/>
            <a:ext cx="1140833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11408334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E6AA2CE-A2FC-AFDC-F1D0-72DB3D659F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8C072E1-0A30-5829-D2C6-41755FE9AE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5D3A06A2-BA73-3A87-34CE-EC8C3A2EB7BC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BF741D41-07CC-5276-2CF5-CC2C418577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836795396"/>
      </p:ext>
    </p:extLst>
  </p:cSld>
  <p:clrMapOvr>
    <a:masterClrMapping/>
  </p:clrMapOvr>
  <p:transition/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5E9FF38B-26C9-21A5-0403-142FB6E960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1186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580F3A2-48C1-7E56-952B-8614FE8F19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1184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E35228-F5E0-CD25-9531-E418FCD84A12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2A8852-4146-1D97-810C-56C2B66861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710FFA09-D800-BD94-47F0-451363675E9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7AA8E5C3-3722-70EB-CD40-136A92810C2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845A8F8-46AF-573A-EB32-89D5F9F3CE6A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73F4A921-31E7-C4B4-4DD8-E48CC9FE06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3" name="Picture 4">
              <a:extLst>
                <a:ext uri="{FF2B5EF4-FFF2-40B4-BE49-F238E27FC236}">
                  <a16:creationId xmlns:a16="http://schemas.microsoft.com/office/drawing/2014/main" id="{5920190D-0FEE-3985-5BE5-71DB1874D9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C60F2F06-8A80-71A8-4E12-2B4FCC358B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4295928"/>
      </p:ext>
    </p:extLst>
  </p:cSld>
  <p:clrMapOvr>
    <a:masterClrMapping/>
  </p:clrMapOvr>
  <p:transition/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663BC1-6397-8B4A-5074-E6256EF37193}"/>
              </a:ext>
            </a:extLst>
          </p:cNvPr>
          <p:cNvSpPr/>
          <p:nvPr userDrawn="1"/>
        </p:nvSpPr>
        <p:spPr>
          <a:xfrm>
            <a:off x="3" y="1"/>
            <a:ext cx="6095998" cy="2276264"/>
          </a:xfrm>
          <a:prstGeom prst="rect">
            <a:avLst/>
          </a:prstGeom>
          <a:solidFill>
            <a:srgbClr val="FFE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Picture Placeholder 21">
            <a:extLst>
              <a:ext uri="{FF2B5EF4-FFF2-40B4-BE49-F238E27FC236}">
                <a16:creationId xmlns:a16="http://schemas.microsoft.com/office/drawing/2014/main" id="{88A8C8D7-CBA5-DE81-8D09-C17E4CE5CE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"/>
            <a:ext cx="6096000" cy="227626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525445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0062" y="2697273"/>
            <a:ext cx="8310393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60063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1" y="1201783"/>
            <a:ext cx="527187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3A5B597-3CE5-808E-88ED-32B81855078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593" y="2697273"/>
            <a:ext cx="2211420" cy="3158779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introduction text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30A6163-E535-F0DD-51A4-FCEA5F181F65}"/>
              </a:ext>
            </a:extLst>
          </p:cNvPr>
          <p:cNvCxnSpPr/>
          <p:nvPr userDrawn="1"/>
        </p:nvCxnSpPr>
        <p:spPr>
          <a:xfrm flipH="1" flipV="1">
            <a:off x="2924784" y="2697273"/>
            <a:ext cx="0" cy="3158779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A1C510F2-24E7-24AB-939B-7D2DFD7624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50332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BC40CDC5-EFCA-E051-084E-6514E9D0A4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00149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E2EB7B48-6FAD-B363-1485-9A4AAB96B50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90417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44531745-4B37-5FE0-17B1-0FA05A3B11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749962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67F6C9A-4136-E12C-5261-A1C700B3B2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40230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A8D3FC3-CCAA-EC69-30E5-4BB46ADBD8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09501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CC7149E6-BE60-C980-CCD9-2ECBAE03D2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99772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6D7C73-DD5B-86E4-DDA4-95880F7DB3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04DAC75D-08CC-938B-D738-69476C3C258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B2F37249-AC68-7B5A-4362-3E6DB9B9D02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983C56E-4970-A201-1A6F-283D2CCF505E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8DA2784F-3E9E-D66E-CFD0-C49D2A1097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D495B309-9E4F-71AD-7081-B700545CAE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6" name="Picture 4">
              <a:extLst>
                <a:ext uri="{FF2B5EF4-FFF2-40B4-BE49-F238E27FC236}">
                  <a16:creationId xmlns:a16="http://schemas.microsoft.com/office/drawing/2014/main" id="{464B396B-CFEA-6EE3-9DDB-CE4CFD1FBA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9810104"/>
      </p:ext>
    </p:extLst>
  </p:cSld>
  <p:clrMapOvr>
    <a:masterClrMapping/>
  </p:clrMapOvr>
  <p:transition/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D6FFBE-BC2A-36ED-5F25-1C8F30D256A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509913649"/>
              </p:ext>
            </p:extLst>
          </p:nvPr>
        </p:nvGraphicFramePr>
        <p:xfrm>
          <a:off x="416768" y="2539856"/>
          <a:ext cx="11384281" cy="6299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1">
                  <a:extLst>
                    <a:ext uri="{9D8B030D-6E8A-4147-A177-3AD203B41FA5}">
                      <a16:colId xmlns:a16="http://schemas.microsoft.com/office/drawing/2014/main" val="1382175687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47031374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59890768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3771841006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999870903"/>
                    </a:ext>
                  </a:extLst>
                </a:gridCol>
              </a:tblGrid>
              <a:tr h="756068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3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3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3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3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264458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751582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921312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550155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37107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98272"/>
                  </a:ext>
                </a:extLst>
              </a:tr>
            </a:tbl>
          </a:graphicData>
        </a:graphic>
      </p:graphicFrame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1C928EE-C260-7F4E-5426-07601FF060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6768" y="1985626"/>
            <a:ext cx="5136747" cy="428236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7950C4E-C6FA-4CB3-E24D-57AE965EFB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5E034CF4-AD8B-FDD1-855D-B44ED30EF65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1D174A41-FECF-50DD-7B57-365B8B94C2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9BD1132-A32B-78DD-AF15-F63CBA8FB6A1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9003A629-E5AC-0611-0AE9-12F2F58175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60B3A3D7-1C56-A683-530A-8B0380C04A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0301C757-D3E8-B355-0142-B90DD621E1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1506175"/>
      </p:ext>
    </p:extLst>
  </p:cSld>
  <p:clrMapOvr>
    <a:masterClrMapping/>
  </p:clrMapOvr>
  <p:transition/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ph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CBDBB2E6-5C51-2EC2-3138-07D9FE924D1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013301112"/>
              </p:ext>
            </p:extLst>
          </p:nvPr>
        </p:nvGraphicFramePr>
        <p:xfrm>
          <a:off x="3694086" y="1808517"/>
          <a:ext cx="4516571" cy="3749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E1051591-71B9-688F-6FA0-79EB92B551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2742684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chart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3EC3C4-10BD-5A61-95F7-FA82FD084A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2765576"/>
            <a:ext cx="2742684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graphicFrame>
        <p:nvGraphicFramePr>
          <p:cNvPr id="12" name="Content Placeholder 15">
            <a:extLst>
              <a:ext uri="{FF2B5EF4-FFF2-40B4-BE49-F238E27FC236}">
                <a16:creationId xmlns:a16="http://schemas.microsoft.com/office/drawing/2014/main" id="{C7378800-8B46-7964-7406-2613E27DDD4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604852956"/>
              </p:ext>
            </p:extLst>
          </p:nvPr>
        </p:nvGraphicFramePr>
        <p:xfrm>
          <a:off x="7958356" y="1808517"/>
          <a:ext cx="4516571" cy="3749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Graphic 2">
            <a:extLst>
              <a:ext uri="{FF2B5EF4-FFF2-40B4-BE49-F238E27FC236}">
                <a16:creationId xmlns:a16="http://schemas.microsoft.com/office/drawing/2014/main" id="{8982F07B-026B-3168-C5CB-A51ED1239D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2EB80E90-BF19-82E2-C657-F52C75B8BDB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72B610C-6908-98D0-2F2E-0595A913C5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D18663E-D97A-92AF-7A79-EB961E66EA7E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0A4E1563-622D-4D1F-FA17-13B31255BA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47359D51-D91B-6F43-04A3-5DE1B04484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4" name="Picture 4">
              <a:extLst>
                <a:ext uri="{FF2B5EF4-FFF2-40B4-BE49-F238E27FC236}">
                  <a16:creationId xmlns:a16="http://schemas.microsoft.com/office/drawing/2014/main" id="{D8BDE2DD-439E-3B83-F92E-5736B0A7F8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4501136"/>
      </p:ext>
    </p:extLst>
  </p:cSld>
  <p:clrMapOvr>
    <a:masterClrMapping/>
  </p:clrMapOvr>
  <p:transition/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ph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15">
            <a:extLst>
              <a:ext uri="{FF2B5EF4-FFF2-40B4-BE49-F238E27FC236}">
                <a16:creationId xmlns:a16="http://schemas.microsoft.com/office/drawing/2014/main" id="{900C6176-281D-040E-1AC5-1F0A52BCD82A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723491750"/>
              </p:ext>
            </p:extLst>
          </p:nvPr>
        </p:nvGraphicFramePr>
        <p:xfrm>
          <a:off x="379896" y="2760373"/>
          <a:ext cx="4836283" cy="3109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A4A966-6BCB-7502-0C0E-12359B0086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1985626"/>
            <a:ext cx="266678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chart heading</a:t>
            </a:r>
          </a:p>
        </p:txBody>
      </p:sp>
      <p:graphicFrame>
        <p:nvGraphicFramePr>
          <p:cNvPr id="14" name="Content Placeholder 15">
            <a:extLst>
              <a:ext uri="{FF2B5EF4-FFF2-40B4-BE49-F238E27FC236}">
                <a16:creationId xmlns:a16="http://schemas.microsoft.com/office/drawing/2014/main" id="{5F87157A-05AF-A643-660D-6BFCDEF59AD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386103879"/>
              </p:ext>
            </p:extLst>
          </p:nvPr>
        </p:nvGraphicFramePr>
        <p:xfrm>
          <a:off x="6634785" y="2760373"/>
          <a:ext cx="4836283" cy="3109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B94EF1-3173-5FE1-C03C-A2EEE38410A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14800" y="2042758"/>
            <a:ext cx="1166802" cy="95341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Color 1 heading</a:t>
            </a:r>
          </a:p>
          <a:p>
            <a:pPr lvl="0"/>
            <a:r>
              <a:rPr lang="en-US"/>
              <a:t>Color 2 heading</a:t>
            </a:r>
          </a:p>
          <a:p>
            <a:pPr lvl="0"/>
            <a:r>
              <a:rPr lang="en-US"/>
              <a:t>Color 3 heading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D0375A-1177-53D4-89F2-F5FC715641E0}"/>
              </a:ext>
            </a:extLst>
          </p:cNvPr>
          <p:cNvSpPr/>
          <p:nvPr userDrawn="1"/>
        </p:nvSpPr>
        <p:spPr>
          <a:xfrm>
            <a:off x="3884292" y="2082985"/>
            <a:ext cx="155643" cy="155642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2BDBF7-6312-5C2E-5208-3BC8D7347779}"/>
              </a:ext>
            </a:extLst>
          </p:cNvPr>
          <p:cNvSpPr/>
          <p:nvPr userDrawn="1"/>
        </p:nvSpPr>
        <p:spPr>
          <a:xfrm>
            <a:off x="3884292" y="2345632"/>
            <a:ext cx="155643" cy="15564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51BF7B-E5B7-064E-1596-09C884E07B5D}"/>
              </a:ext>
            </a:extLst>
          </p:cNvPr>
          <p:cNvSpPr/>
          <p:nvPr userDrawn="1"/>
        </p:nvSpPr>
        <p:spPr>
          <a:xfrm>
            <a:off x="3884292" y="2618008"/>
            <a:ext cx="155643" cy="155642"/>
          </a:xfrm>
          <a:prstGeom prst="rect">
            <a:avLst/>
          </a:prstGeom>
          <a:solidFill>
            <a:srgbClr val="FFE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12020BB6-B349-9AC3-9B9E-7B4647B21DD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44515" y="1985626"/>
            <a:ext cx="266678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chart heading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916EC0C0-3340-116E-2A9E-C5F9EF55B9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359963" y="2042758"/>
            <a:ext cx="1166802" cy="95341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Color 1 heading</a:t>
            </a:r>
          </a:p>
          <a:p>
            <a:pPr lvl="0"/>
            <a:r>
              <a:rPr lang="en-US"/>
              <a:t>Color 2 heading</a:t>
            </a:r>
          </a:p>
          <a:p>
            <a:pPr lvl="0"/>
            <a:r>
              <a:rPr lang="en-US"/>
              <a:t>Color 3 heading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0E2BA2-5FEA-09A0-C114-B2B3FBA234CA}"/>
              </a:ext>
            </a:extLst>
          </p:cNvPr>
          <p:cNvSpPr/>
          <p:nvPr userDrawn="1"/>
        </p:nvSpPr>
        <p:spPr>
          <a:xfrm>
            <a:off x="10129455" y="2082985"/>
            <a:ext cx="155643" cy="155642"/>
          </a:xfrm>
          <a:prstGeom prst="rect">
            <a:avLst/>
          </a:prstGeom>
          <a:solidFill>
            <a:srgbClr val="FFA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98302C-FFC3-E197-29E7-7398CEAA1203}"/>
              </a:ext>
            </a:extLst>
          </p:cNvPr>
          <p:cNvSpPr/>
          <p:nvPr userDrawn="1"/>
        </p:nvSpPr>
        <p:spPr>
          <a:xfrm>
            <a:off x="10129455" y="2345632"/>
            <a:ext cx="155643" cy="15564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7EE772-E0F3-CFA8-41DA-667F14BCFAFB}"/>
              </a:ext>
            </a:extLst>
          </p:cNvPr>
          <p:cNvSpPr/>
          <p:nvPr userDrawn="1"/>
        </p:nvSpPr>
        <p:spPr>
          <a:xfrm>
            <a:off x="10129455" y="2618008"/>
            <a:ext cx="155643" cy="155642"/>
          </a:xfrm>
          <a:prstGeom prst="rect">
            <a:avLst/>
          </a:prstGeom>
          <a:solidFill>
            <a:srgbClr val="FFE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8646D92-4835-3882-06B3-1AEB55DC04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00DF300C-9EC7-0EFD-1D87-F78F01EA1A2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C425E8A-2F88-09A4-CA43-33C40063581E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B18012DD-C2FE-A808-B462-45B421C587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F8A4CD77-B146-C4C9-EA42-E0917E55AA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0326C5FE-12A7-5CEA-0378-A1C2C96D3A0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13139D8D-BDBF-64D9-2A39-4E319F5FE0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085459709"/>
      </p:ext>
    </p:extLst>
  </p:cSld>
  <p:clrMapOvr>
    <a:masterClrMapping/>
  </p:clrMapOvr>
  <p:transition/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318649"/>
            <a:ext cx="11443061" cy="300153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2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470" y="5053606"/>
            <a:ext cx="11443061" cy="505097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to lead on from stat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3074C10A-BAE0-2952-5D39-DFEE103B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11418180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D3F123B-979E-A246-B96A-67D57FA19A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A4243A8-5019-0BAE-5DFE-B1C8DE7DB6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0ECF6554-520C-04D8-83C0-012FF4306F42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F8F37690-EFC8-31F2-962C-07B18F87A4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7677584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Large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349" y="2318649"/>
            <a:ext cx="5696651" cy="1492099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1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49" y="3825952"/>
            <a:ext cx="5696651" cy="173996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</a:t>
            </a:r>
            <a:br>
              <a:rPr lang="en-US"/>
            </a:br>
            <a:r>
              <a:rPr lang="en-US"/>
              <a:t>to lead on from stat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3074C10A-BAE0-2952-5D39-DFEE103B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2" y="1979362"/>
            <a:ext cx="5696649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3DA9141-2FA0-43D2-4FF0-085F5BE123F2}"/>
              </a:ext>
            </a:extLst>
          </p:cNvPr>
          <p:cNvCxnSpPr/>
          <p:nvPr userDrawn="1"/>
        </p:nvCxnSpPr>
        <p:spPr>
          <a:xfrm flipH="1">
            <a:off x="6096000" y="1972147"/>
            <a:ext cx="0" cy="3586556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6BFAC21-0655-5E09-7BA6-05EE94A866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17226" y="2318649"/>
            <a:ext cx="5690462" cy="150730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1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DB3E8F37-65C2-1141-F298-5649C3B781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17226" y="1979362"/>
            <a:ext cx="5690462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BF0EBAF0-E764-491A-37FC-B9972C5C30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17224" y="3825952"/>
            <a:ext cx="5690462" cy="173996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</a:t>
            </a:r>
            <a:br>
              <a:rPr lang="en-US"/>
            </a:br>
            <a:r>
              <a:rPr lang="en-US"/>
              <a:t>to lead on from stat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2107D50-58EE-71C7-EC95-F2124636D5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62597A6-FF3C-D1E7-D184-45A58122AD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DA395701-0652-4338-40BF-453BF660F7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84DACCD7-5F53-8E5F-CED4-AD990CFFB0DB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5831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351" y="1667336"/>
            <a:ext cx="3398926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XX,XXX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261E9CF2-DF8C-F184-044A-E7418E7523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9351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5CE0D850-00A2-2869-6ABC-3AB860E4BC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1801" y="1667336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F7290E6-C2F2-E204-09A6-52BAEF5807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03134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3659DF3-0D55-D08D-A094-457DA09A13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5586" y="1667336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$XX,XXX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886AD954-8CD2-030A-36CF-B8A5E782F0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06919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9AF6072-6784-77CC-FD7D-F9383D98D8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9351" y="4023675"/>
            <a:ext cx="3398926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310162A-17E1-6A87-538F-1E98AB50F10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9351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9AF0DEF-DC09-7313-18A4-D7030A9873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21801" y="4023675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XX,XXX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1F2556C-43F7-F306-BE95-1C7ED8D60F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03134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65786BF-46E1-48A1-88CF-122C298516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25586" y="4023675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27F10C66-CE06-829D-AEA0-6B01BE82A60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06919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5E0300-0034-C452-6D4B-7AB84A7805CA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BDFCB9E-1427-ADAA-03A5-025AA025E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7F1F4C1C-653D-E7E3-38F7-FD2012F49353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8FC4E47-A219-0F81-3CF5-6094871E54B5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C761A902-ED14-F609-8D7D-DEC78B21A9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4" name="Picture 4">
              <a:extLst>
                <a:ext uri="{FF2B5EF4-FFF2-40B4-BE49-F238E27FC236}">
                  <a16:creationId xmlns:a16="http://schemas.microsoft.com/office/drawing/2014/main" id="{B5C9C240-764D-A1BE-4252-8264B7994D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7" name="Picture 4">
              <a:extLst>
                <a:ext uri="{FF2B5EF4-FFF2-40B4-BE49-F238E27FC236}">
                  <a16:creationId xmlns:a16="http://schemas.microsoft.com/office/drawing/2014/main" id="{CA09449C-A141-C409-5C12-9C48CF2B43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A4015A43-9E62-2458-CC5D-0389F893D14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951855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Question mark boxes">
            <a:extLst>
              <a:ext uri="{FF2B5EF4-FFF2-40B4-BE49-F238E27FC236}">
                <a16:creationId xmlns:a16="http://schemas.microsoft.com/office/drawing/2014/main" id="{A67F9B00-7B0C-4D24-04C2-38E1896DA0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227" y="0"/>
            <a:ext cx="12191550" cy="6858000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321853"/>
            <a:ext cx="11443061" cy="2214297"/>
          </a:xfrm>
          <a:prstGeom prst="rect">
            <a:avLst/>
          </a:prstGeom>
        </p:spPr>
        <p:txBody>
          <a:bodyPr wrap="square" lIns="0" anchor="ctr">
            <a:noAutofit/>
          </a:bodyPr>
          <a:lstStyle>
            <a:lvl1pPr marL="0" indent="0" algn="ctr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Questions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125242F-718C-4135-49D5-EBD704655B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342095D-FFB4-B478-1874-EAAA51D2B1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92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0542382" cy="1027499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end slide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3595044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 here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Picture 2" descr="A black and blue rectangle with a black background&#10;&#10;AI-generated content may be incorrect.">
            <a:extLst>
              <a:ext uri="{FF2B5EF4-FFF2-40B4-BE49-F238E27FC236}">
                <a16:creationId xmlns:a16="http://schemas.microsoft.com/office/drawing/2014/main" id="{40483CA1-7DDE-6582-B6A1-80F351408A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FFA300">
                <a:tint val="45000"/>
                <a:satMod val="400000"/>
              </a:srgbClr>
            </a:duotone>
          </a:blip>
          <a:srcRect t="-1861" r="1460" b="733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41048BA-84EB-0E0D-ECF1-F2A7B66E4D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9443345-5996-8E7A-E244-252BC9ECD66E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513B26C5-E726-8308-E565-63C1A0EA79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4A46F65A-5A09-573C-16B5-B47ADC3790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D4219CAA-F4CE-F815-53E8-CC736F69EB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4419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/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698171"/>
            <a:ext cx="11443061" cy="221429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pullquote </a:t>
            </a:r>
            <a:br>
              <a:rPr lang="en-US"/>
            </a:br>
            <a:r>
              <a:rPr lang="en-US"/>
              <a:t>or key message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C396BA70-4D20-197B-ABFC-4C68EB70A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11418180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NAME AND JOB TITLE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4E2D77B-1861-F772-A2AD-6B67B4A3A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B6D92BE-3D96-2B6D-5AA9-4F2B635B0D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3313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5303525"/>
            <a:ext cx="11526757" cy="387412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legal information heading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6B2EA81A-B50D-A42E-E792-55767F9AC7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3941" y="5690938"/>
            <a:ext cx="11526757" cy="907717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legal information body copy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9FD944F-EBAF-4BB6-D280-C5A8787F87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8104389-391D-EDF0-22F5-589796137C75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7212438C-ECA4-BA3D-B352-50EF49AB87D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2A5C0132-7C74-64FC-C3EA-245F73FA698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48898"/>
              <a:ext cx="1133856" cy="200912"/>
            </a:xfrm>
            <a:prstGeom prst="rect">
              <a:avLst/>
            </a:prstGeom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BD47954C-109A-A69C-1B05-A5C9CA5E28F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5131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3664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5527740" cy="1609821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0" y="4425219"/>
            <a:ext cx="5527740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5527740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C3C818F-587E-CA93-6C9A-D0ED2BFF14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023398C-5E42-E050-0227-192BD13E45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9115" y="320272"/>
            <a:ext cx="1977237" cy="117645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129F368-BDD3-7287-0F2D-32653A24F8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1380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1526759" cy="1609821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19"/>
            <a:ext cx="11526757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39" y="1980404"/>
            <a:ext cx="11526757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745334A-B4BE-4516-EDFD-3B3AF1A521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42834" y="278373"/>
            <a:ext cx="1133856" cy="67464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1FA96E2-649C-A4FC-649C-DD9DE56396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9655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2567544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title over 2 lines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20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2" name="Picture 1" descr="A blue and white lines on a black background&#10;&#10;AI-generated content may be incorrect.">
            <a:extLst>
              <a:ext uri="{FF2B5EF4-FFF2-40B4-BE49-F238E27FC236}">
                <a16:creationId xmlns:a16="http://schemas.microsoft.com/office/drawing/2014/main" id="{D854ECD0-24E0-6646-05A0-B1910DA209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7FCD32">
                <a:tint val="45000"/>
                <a:satMod val="400000"/>
              </a:srgbClr>
            </a:duotone>
          </a:blip>
          <a:srcRect l="47286" t="15937" b="11359"/>
          <a:stretch>
            <a:fillRect/>
          </a:stretch>
        </p:blipFill>
        <p:spPr>
          <a:xfrm>
            <a:off x="6660683" y="0"/>
            <a:ext cx="4972251" cy="6858000"/>
          </a:xfrm>
          <a:prstGeom prst="rect">
            <a:avLst/>
          </a:prstGeom>
        </p:spPr>
      </p:pic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6A7FF0E-113F-D7E1-BC1F-35E4AFF57B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42834" y="278373"/>
            <a:ext cx="1133856" cy="67464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604BF43-CD86-75B7-1055-FAF7127A0A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127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20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4" name="Picture 3" descr="A blue and white lines on a black background&#10;&#10;AI-generated content may be incorrect.">
            <a:extLst>
              <a:ext uri="{FF2B5EF4-FFF2-40B4-BE49-F238E27FC236}">
                <a16:creationId xmlns:a16="http://schemas.microsoft.com/office/drawing/2014/main" id="{794F9825-6E1C-50CC-5145-8AF009BA0D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7FCD32">
                <a:tint val="45000"/>
                <a:satMod val="400000"/>
              </a:srgbClr>
            </a:duotone>
          </a:blip>
          <a:srcRect l="47286" t="15937" b="11359"/>
          <a:stretch>
            <a:fillRect/>
          </a:stretch>
        </p:blipFill>
        <p:spPr>
          <a:xfrm>
            <a:off x="6660683" y="0"/>
            <a:ext cx="4972251" cy="6858000"/>
          </a:xfrm>
          <a:prstGeom prst="rect">
            <a:avLst/>
          </a:prstGeom>
        </p:spPr>
      </p:pic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99978693-06C5-3C60-0FBD-5BF20451CD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2567544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title over 2 lines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5519666-386F-02D4-8916-AA7F1BA575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F118E2F-804F-E76C-A64B-54E70CFEAC18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81" name="Picture 4">
              <a:extLst>
                <a:ext uri="{FF2B5EF4-FFF2-40B4-BE49-F238E27FC236}">
                  <a16:creationId xmlns:a16="http://schemas.microsoft.com/office/drawing/2014/main" id="{271939E8-A732-BDAF-8786-1322A6FC08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82" name="Picture 4">
              <a:extLst>
                <a:ext uri="{FF2B5EF4-FFF2-40B4-BE49-F238E27FC236}">
                  <a16:creationId xmlns:a16="http://schemas.microsoft.com/office/drawing/2014/main" id="{1C802020-D9D1-BBB6-64FE-EFBF5B521C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48898"/>
              <a:ext cx="1133856" cy="200912"/>
            </a:xfrm>
            <a:prstGeom prst="rect">
              <a:avLst/>
            </a:prstGeom>
          </p:spPr>
        </p:pic>
        <p:pic>
          <p:nvPicPr>
            <p:cNvPr id="83" name="Picture 4">
              <a:extLst>
                <a:ext uri="{FF2B5EF4-FFF2-40B4-BE49-F238E27FC236}">
                  <a16:creationId xmlns:a16="http://schemas.microsoft.com/office/drawing/2014/main" id="{4B291FC9-AF5A-E5E0-A693-141050E960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5131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7311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3B3F1EA6-A386-AF1F-80AF-2A894C6CE145}"/>
              </a:ext>
            </a:extLst>
          </p:cNvPr>
          <p:cNvSpPr/>
          <p:nvPr userDrawn="1"/>
        </p:nvSpPr>
        <p:spPr>
          <a:xfrm>
            <a:off x="1" y="2524837"/>
            <a:ext cx="11321143" cy="4327815"/>
          </a:xfrm>
          <a:prstGeom prst="round1Rect">
            <a:avLst>
              <a:gd name="adj" fmla="val 8642"/>
            </a:avLst>
          </a:prstGeom>
          <a:solidFill>
            <a:srgbClr val="E5F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3877730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5735407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3290590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51422BD-5925-3D3B-8AFE-978C6DA92F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D118DDF-CAE7-89AD-9115-E6F9B504973B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3E1C0C8-5DBD-F23D-43BD-845A409F68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BF09A047-7594-E0BB-D9D4-2F056030CD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48898"/>
              <a:ext cx="1133856" cy="200912"/>
            </a:xfrm>
            <a:prstGeom prst="rect">
              <a:avLst/>
            </a:prstGeom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C0162D50-CCBE-01D9-1EDC-8EDC227B28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5131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4804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0542382" cy="1027499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3595044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Picture 2" descr="A black and blue rectangle with a black background&#10;&#10;AI-generated content may be incorrect.">
            <a:extLst>
              <a:ext uri="{FF2B5EF4-FFF2-40B4-BE49-F238E27FC236}">
                <a16:creationId xmlns:a16="http://schemas.microsoft.com/office/drawing/2014/main" id="{40483CA1-7DDE-6582-B6A1-80F351408A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7FCD32">
                <a:tint val="45000"/>
                <a:satMod val="400000"/>
              </a:srgbClr>
            </a:duotone>
          </a:blip>
          <a:srcRect t="-1861" r="1460" b="733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9FB5E4F-3C97-1477-EB2F-54141FC94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844FE91-61D5-2AC9-6913-733094E007E3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A747E501-7BB5-5867-EAF7-8C29FF03BB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85576D08-A247-29FB-90C2-3DE85CC7E1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48898"/>
              <a:ext cx="1133856" cy="200912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4D8DAA3F-40DC-0E3E-1403-0AD9BF4BC9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5131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0800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 content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11373556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agenda/contents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19556"/>
            <a:ext cx="4391662" cy="3262039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 point 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3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4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5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6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7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1139097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560BF24-F24F-03C4-143B-8B5F7160A5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87712" y="1919557"/>
            <a:ext cx="2213276" cy="326203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  <a:p>
            <a:pPr lvl="0"/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8D02FB9-C8DE-061D-21F5-38692F1B16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012D04C-F729-FBD2-C1E4-DDF45A2DB2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939E420E-F8E7-A4B9-8987-AAC20FFE7455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BF4AC93-5B6C-0E95-D7D7-3776342005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370069623"/>
      </p:ext>
    </p:extLst>
  </p:cSld>
  <p:clrMapOvr>
    <a:masterClrMapping/>
  </p:clrMapOvr>
  <p:transition/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 content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 Single Corner Rectangle 14">
            <a:extLst>
              <a:ext uri="{FF2B5EF4-FFF2-40B4-BE49-F238E27FC236}">
                <a16:creationId xmlns:a16="http://schemas.microsoft.com/office/drawing/2014/main" id="{79951BE3-C64C-96DE-F492-05642CACBA63}"/>
              </a:ext>
            </a:extLst>
          </p:cNvPr>
          <p:cNvSpPr/>
          <p:nvPr userDrawn="1"/>
        </p:nvSpPr>
        <p:spPr>
          <a:xfrm>
            <a:off x="1" y="3358154"/>
            <a:ext cx="11321143" cy="3499846"/>
          </a:xfrm>
          <a:prstGeom prst="round1Rect">
            <a:avLst>
              <a:gd name="adj" fmla="val 8642"/>
            </a:avLst>
          </a:prstGeom>
          <a:solidFill>
            <a:srgbClr val="E5F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71" y="354221"/>
            <a:ext cx="9807685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agenda/contents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1139097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184A916-E3C1-011E-174D-8E86659E01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4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1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501826AD-E1A6-B420-53D8-B808B588B1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97411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B0317D6-D099-851A-87A1-EA1B30A043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97410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2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2660C88E-F62C-7E2D-C7E3-4E0D4EA512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95466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047FA9-BDA7-FA64-EE96-6E8CEF5073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95467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3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C9F945B-FC03-7090-3376-2FC2E63FA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93521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40631B4-9E86-7EF7-E4C9-6C18B40EDC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93524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552BAF-12CF-B75D-8C5B-09739067BD3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9354" y="4688933"/>
            <a:ext cx="2030932" cy="39851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EBFFE812-E199-389F-EF2E-595D7D135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97410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5A71E3D-A374-E6D9-B724-7B410AD496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95467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BADA2ED3-6513-39F1-787A-3034E3B4FA5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93524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B564FAF-C833-4FC4-F9D0-B2D091D3A6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D267854-C0EB-0365-3992-605CD46218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22" name="Slide Number Placeholder 9">
            <a:extLst>
              <a:ext uri="{FF2B5EF4-FFF2-40B4-BE49-F238E27FC236}">
                <a16:creationId xmlns:a16="http://schemas.microsoft.com/office/drawing/2014/main" id="{B34374AA-1B86-AC89-10D6-E442DE9EC388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42FA87D9-BAE0-079C-B32A-8B937FBB5A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423428260"/>
      </p:ext>
    </p:extLst>
  </p:cSld>
  <p:clrMapOvr>
    <a:masterClrMapping/>
  </p:clrMapOvr>
  <p:transition/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98172"/>
            <a:ext cx="11523593" cy="111618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3814355"/>
            <a:ext cx="11523593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76E487-0A24-DFAA-9652-38E414703F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FFA300">
                <a:tint val="45000"/>
                <a:satMod val="400000"/>
              </a:srgbClr>
            </a:duotone>
          </a:blip>
          <a:srcRect l="-19050" t="-1855" r="19303" b="72969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7A41B8F-9EC0-86B1-E6E3-E34F0EC1EF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02BBE85-2F9A-9173-2FC9-648FE0F707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862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C6D569-A1F3-283A-846C-C17E78E640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7FCD32">
                <a:tint val="45000"/>
                <a:satMod val="400000"/>
              </a:srgbClr>
            </a:duotone>
          </a:blip>
          <a:srcRect l="-18313" t="-2383" r="18313" b="734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98172"/>
            <a:ext cx="11523593" cy="111618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3814355"/>
            <a:ext cx="11523593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DF5B140-6E59-9059-DFC3-0FAFCE12DE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63971AE-003E-1C47-32F6-144ED3A155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693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12620"/>
            <a:ext cx="5533284" cy="1632760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4495998"/>
            <a:ext cx="5533284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Picture Placeholder 21">
            <a:extLst>
              <a:ext uri="{FF2B5EF4-FFF2-40B4-BE49-F238E27FC236}">
                <a16:creationId xmlns:a16="http://schemas.microsoft.com/office/drawing/2014/main" id="{9EE37199-8A95-EE19-1572-77F458BD1E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5498FF6-6D36-AACB-0023-B249123880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B1583C2A-1EBE-10B3-486E-8EAABD70E038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ED6BA37D-1ABE-FC85-B2D4-E31AA5862D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5407733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B8F3DAD-89F6-40A8-BD2F-A791ECE20A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E17738-6020-D211-863B-93E98D6AB768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D4BC09-017E-9322-76FE-B25FD85CC55D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E5F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F1CCE8F-4CBD-5608-5C52-6AEBF192B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6BE61E89-DC5E-96D5-346D-E76AE886759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5268339-B786-2A6F-2C1D-61FC27DEBD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051ABC-03B0-7F7F-0292-6F50E84A5C57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60DB468D-46C3-0859-EAB6-31577703BE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CEFF7EDD-08CE-249F-EE37-B4DCD72569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C919A5E8-9481-6118-B76E-EB63723E95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6943050"/>
      </p:ext>
    </p:extLst>
  </p:cSld>
  <p:clrMapOvr>
    <a:masterClrMapping/>
  </p:clrMapOvr>
  <p:transition/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9904" y="0"/>
            <a:ext cx="4012096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7315876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2522921"/>
            <a:ext cx="5527740" cy="291409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“Click to edit opening/welcome statement or quote here over multiple lines”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2" y="1201783"/>
            <a:ext cx="733329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59B32BE6-240E-0050-F325-7C830349B5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5527740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NAME AND JOB TITLE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904BBCD-4340-2C81-2B7E-97276791F2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BDBB5910-30E8-9AFE-CC6C-19FAB19CDE5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4B5CA-0200-DE71-836E-69A87D28134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756946523"/>
      </p:ext>
    </p:extLst>
  </p:cSld>
  <p:clrMapOvr>
    <a:masterClrMapping/>
  </p:clrMapOvr>
  <p:transition/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1D03BBF-5C2F-7207-B480-E1A4A0F464E7}"/>
              </a:ext>
            </a:extLst>
          </p:cNvPr>
          <p:cNvSpPr/>
          <p:nvPr userDrawn="1"/>
        </p:nvSpPr>
        <p:spPr>
          <a:xfrm>
            <a:off x="8748110" y="-1"/>
            <a:ext cx="3460516" cy="6857999"/>
          </a:xfrm>
          <a:prstGeom prst="rect">
            <a:avLst/>
          </a:prstGeom>
          <a:solidFill>
            <a:srgbClr val="E5F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98" y="354221"/>
            <a:ext cx="3460516" cy="617958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7563451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1985626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7580868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3015658-2C82-2707-A3D2-5BFD6DAB2D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2765576"/>
            <a:ext cx="3083582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8DF21F77-7EA1-DE06-D607-56C35B62422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90945" y="2765576"/>
            <a:ext cx="3083582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ECAB680-709B-0D69-510F-ACE7C562CF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90945" y="1985626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EC9A08F-E270-2355-33D7-B96EE3B9F3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2951F7B5-136B-5CA9-0A58-BBDC116673A7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CF03BAE-69C2-D627-9EE8-83C90FE100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50748225"/>
      </p:ext>
    </p:extLst>
  </p:cSld>
  <p:clrMapOvr>
    <a:masterClrMapping/>
  </p:clrMapOvr>
  <p:transition/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89EFB4-C120-EB6D-F6C5-88A9AC20D6DB}"/>
              </a:ext>
            </a:extLst>
          </p:cNvPr>
          <p:cNvSpPr/>
          <p:nvPr userDrawn="1"/>
        </p:nvSpPr>
        <p:spPr>
          <a:xfrm>
            <a:off x="1" y="3103130"/>
            <a:ext cx="6095998" cy="3754869"/>
          </a:xfrm>
          <a:prstGeom prst="rect">
            <a:avLst/>
          </a:prstGeom>
          <a:solidFill>
            <a:srgbClr val="E5F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BB1D88-D8E7-3E5F-EBA0-EA04E54CA196}"/>
              </a:ext>
            </a:extLst>
          </p:cNvPr>
          <p:cNvSpPr/>
          <p:nvPr userDrawn="1"/>
        </p:nvSpPr>
        <p:spPr>
          <a:xfrm>
            <a:off x="6096003" y="3103130"/>
            <a:ext cx="6095998" cy="3754869"/>
          </a:xfrm>
          <a:prstGeom prst="rect">
            <a:avLst/>
          </a:prstGeom>
          <a:solidFill>
            <a:srgbClr val="CCEB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 userDrawn="1">
            <p:ph type="pic" sz="quarter" idx="27"/>
          </p:nvPr>
        </p:nvSpPr>
        <p:spPr>
          <a:xfrm>
            <a:off x="400052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1717C245-C3CF-0C9A-9342-8E443AF52F55}"/>
              </a:ext>
            </a:extLst>
          </p:cNvPr>
          <p:cNvSpPr>
            <a:spLocks noGrp="1"/>
          </p:cNvSpPr>
          <p:nvPr userDrawn="1">
            <p:ph type="pic" sz="quarter" idx="29"/>
          </p:nvPr>
        </p:nvSpPr>
        <p:spPr>
          <a:xfrm>
            <a:off x="6496050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90B40DF-4697-86B3-7C46-E7A57FA9DB2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E87140-6B7A-20FF-7DE9-C4F58B7A9FE0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2D2531-8F33-1A2F-E5F6-DE15C4ADDC2E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99350" y="1476286"/>
            <a:ext cx="11408336" cy="89984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7659BA3-C496-00C5-6876-222A1DEC1EB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75903" y="4309937"/>
            <a:ext cx="3712521" cy="354211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4534845-B545-E91F-DE0B-8607C072258B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375900" y="4770710"/>
            <a:ext cx="3712521" cy="118122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9BE436A9-0487-A867-2EE4-E33703A4DAF1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486557" y="4309937"/>
            <a:ext cx="3712521" cy="354211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8E863F51-B511-A241-42E8-1A801534E4CC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6486554" y="4770710"/>
            <a:ext cx="3712521" cy="118122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54D06C4-9251-BC84-D5DE-AB2EB23F89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363CF6E-5327-53C3-7BF8-0CBA361C8C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8081E5-52C9-71F9-503E-B543FCDF530C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7A0E7680-05F7-D6F5-429C-B2C47816BFBC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927732527"/>
      </p:ext>
    </p:extLst>
  </p:cSld>
  <p:clrMapOvr>
    <a:masterClrMapping/>
  </p:clrMapOvr>
  <p:transition/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A3B6B3-232E-2F95-F42B-F7316316F037}"/>
              </a:ext>
            </a:extLst>
          </p:cNvPr>
          <p:cNvSpPr/>
          <p:nvPr userDrawn="1"/>
        </p:nvSpPr>
        <p:spPr>
          <a:xfrm>
            <a:off x="2" y="2564307"/>
            <a:ext cx="12208626" cy="4293691"/>
          </a:xfrm>
          <a:prstGeom prst="rect">
            <a:avLst/>
          </a:prstGeom>
          <a:solidFill>
            <a:srgbClr val="E5F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7563451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7580868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A270CDC-1948-4538-27DA-3600AC34F7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20038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9D8563D-E600-BD7A-BA1D-058F761807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20038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179C45C0-4577-B2F0-16BC-53D8C80DA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40726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FF4BCC0-D520-C861-CB16-F3CB74F6F8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40726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005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7435A72-10D4-E13F-E2E9-39A8603317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820039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D4F15DFF-92DF-9527-1AC1-A9CAE9325DE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241426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6C70AE7-E616-2CF0-D3A9-678D8D9121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86FBEEB-346D-75AF-DDA0-9DBF195B0E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5F7E6B7-87BE-AD2D-C9AD-012B6889B20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9930D981-31C8-2BA8-7E32-9D85B7578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342407491"/>
      </p:ext>
    </p:extLst>
  </p:cSld>
  <p:clrMapOvr>
    <a:masterClrMapping/>
  </p:clrMapOvr>
  <p:transition/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89EFB4-C120-EB6D-F6C5-88A9AC20D6DB}"/>
              </a:ext>
            </a:extLst>
          </p:cNvPr>
          <p:cNvSpPr/>
          <p:nvPr userDrawn="1"/>
        </p:nvSpPr>
        <p:spPr>
          <a:xfrm>
            <a:off x="3" y="3103130"/>
            <a:ext cx="4063998" cy="3754869"/>
          </a:xfrm>
          <a:prstGeom prst="rect">
            <a:avLst/>
          </a:prstGeom>
          <a:solidFill>
            <a:srgbClr val="E5F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BB1D88-D8E7-3E5F-EBA0-EA04E54CA196}"/>
              </a:ext>
            </a:extLst>
          </p:cNvPr>
          <p:cNvSpPr/>
          <p:nvPr userDrawn="1"/>
        </p:nvSpPr>
        <p:spPr>
          <a:xfrm>
            <a:off x="4064005" y="3103130"/>
            <a:ext cx="4063998" cy="3754869"/>
          </a:xfrm>
          <a:prstGeom prst="rect">
            <a:avLst/>
          </a:prstGeom>
          <a:solidFill>
            <a:srgbClr val="CCEB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0021A6-4C96-950C-FA0B-87E082D1E328}"/>
              </a:ext>
            </a:extLst>
          </p:cNvPr>
          <p:cNvSpPr/>
          <p:nvPr userDrawn="1"/>
        </p:nvSpPr>
        <p:spPr>
          <a:xfrm>
            <a:off x="8128003" y="3103130"/>
            <a:ext cx="4063998" cy="3754869"/>
          </a:xfrm>
          <a:prstGeom prst="rect">
            <a:avLst/>
          </a:prstGeom>
          <a:solidFill>
            <a:srgbClr val="B2E1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99351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 userDrawn="1">
            <p:ph type="pic" sz="quarter" idx="27"/>
          </p:nvPr>
        </p:nvSpPr>
        <p:spPr>
          <a:xfrm>
            <a:off x="400052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55286C9-AC10-36B7-9594-8A2B11D0A799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4484969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1717C245-C3CF-0C9A-9342-8E443AF52F55}"/>
              </a:ext>
            </a:extLst>
          </p:cNvPr>
          <p:cNvSpPr>
            <a:spLocks noGrp="1"/>
          </p:cNvSpPr>
          <p:nvPr userDrawn="1">
            <p:ph type="pic" sz="quarter" idx="29"/>
          </p:nvPr>
        </p:nvSpPr>
        <p:spPr>
          <a:xfrm>
            <a:off x="4485668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AC4D9F00-EEB0-8559-1792-02DCCCE860EC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8502493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3" name="Picture Placeholder 23">
            <a:extLst>
              <a:ext uri="{FF2B5EF4-FFF2-40B4-BE49-F238E27FC236}">
                <a16:creationId xmlns:a16="http://schemas.microsoft.com/office/drawing/2014/main" id="{CFEF38E8-E8C8-C8C6-0DB9-181A38D498D0}"/>
              </a:ext>
            </a:extLst>
          </p:cNvPr>
          <p:cNvSpPr>
            <a:spLocks noGrp="1"/>
          </p:cNvSpPr>
          <p:nvPr userDrawn="1">
            <p:ph type="pic" sz="quarter" idx="31"/>
          </p:nvPr>
        </p:nvSpPr>
        <p:spPr>
          <a:xfrm>
            <a:off x="8503191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90B40DF-4697-86B3-7C46-E7A57FA9DB2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E87140-6B7A-20FF-7DE9-C4F58B7A9FE0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2D2531-8F33-1A2F-E5F6-DE15C4ADDC2E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99350" y="1476286"/>
            <a:ext cx="11408336" cy="89984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B62E685-346F-5DBF-2B27-B701DE3C5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0EF365D-79F6-434C-D5ED-64A32BFDF2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18E8FAF9-953A-BE39-C77A-DD08ED8AA68A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4377B519-904A-7D58-028D-848610D33257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378495336"/>
      </p:ext>
    </p:extLst>
  </p:cSld>
  <p:clrMapOvr>
    <a:masterClrMapping/>
  </p:clrMapOvr>
  <p:transition/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1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005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7435A72-10D4-E13F-E2E9-39A8603317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84788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B98C1FD5-50C4-9D44-D848-AD47F1D072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84788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F3BAD74-C1CF-E67E-45AF-03C20077EC0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87716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FBD355D-7BEF-9C2A-0BDE-A40EE1ED74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5382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6D8F0C-4D5F-DBEE-63B6-884BB7013E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6080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2C0FFC2A-FF55-C46A-F7FE-5E9C824432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37608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id="{B8697529-22AB-64ED-567A-757C29B63070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364446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AF2F9AA-04A7-ED08-805C-D2C3E26F77D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4448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3F06D6B-CD36-42CF-8815-3FF8AD5497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64446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B8F3DAD-89F6-40A8-BD2F-A791ECE20A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E17738-6020-D211-863B-93E98D6AB768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D4BC09-017E-9322-76FE-B25FD85CC55D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E5F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40B8B0B-B414-CD41-E15E-CEB947F55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9" name="Slide Number Placeholder 9">
            <a:extLst>
              <a:ext uri="{FF2B5EF4-FFF2-40B4-BE49-F238E27FC236}">
                <a16:creationId xmlns:a16="http://schemas.microsoft.com/office/drawing/2014/main" id="{099B58C4-5F9E-BFB3-C0D6-15D560C5033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651E8003-793B-3E39-D42C-A817C5DB7E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526373-F02C-F1CE-13E0-D8EC738BA33A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B3C35D54-0C0C-CCC4-7F76-D3A368B72B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4" name="Picture 4">
              <a:extLst>
                <a:ext uri="{FF2B5EF4-FFF2-40B4-BE49-F238E27FC236}">
                  <a16:creationId xmlns:a16="http://schemas.microsoft.com/office/drawing/2014/main" id="{9181413B-D677-DF30-BE79-7E85C057F9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0" name="Picture 4">
              <a:extLst>
                <a:ext uri="{FF2B5EF4-FFF2-40B4-BE49-F238E27FC236}">
                  <a16:creationId xmlns:a16="http://schemas.microsoft.com/office/drawing/2014/main" id="{892CDF07-E1CF-BBBA-0BD9-5A253DDF5C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4026645"/>
      </p:ext>
    </p:extLst>
  </p:cSld>
  <p:clrMapOvr>
    <a:masterClrMapping/>
  </p:clrMapOvr>
  <p:transition/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1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B98C1FD5-50C4-9D44-D848-AD47F1D072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3700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F3BAD74-C1CF-E67E-45AF-03C20077EC0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6628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FBD355D-7BEF-9C2A-0BDE-A40EE1ED74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24022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6D8F0C-4D5F-DBEE-63B6-884BB7013E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24720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AF2F9AA-04A7-ED08-805C-D2C3E26F77D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442270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3F06D6B-CD36-42CF-8815-3FF8AD5497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442270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4" name="Picture Placeholder 21">
            <a:extLst>
              <a:ext uri="{FF2B5EF4-FFF2-40B4-BE49-F238E27FC236}">
                <a16:creationId xmlns:a16="http://schemas.microsoft.com/office/drawing/2014/main" id="{9D77277B-E0B3-402E-83BC-03783DCE6A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6770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6C65BD8F-3C3F-4AC8-FD3A-5D43F8055E9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412891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21">
            <a:extLst>
              <a:ext uri="{FF2B5EF4-FFF2-40B4-BE49-F238E27FC236}">
                <a16:creationId xmlns:a16="http://schemas.microsoft.com/office/drawing/2014/main" id="{B946563E-2859-78DF-F01B-36319E566AF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418736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Picture Placeholder 21">
            <a:extLst>
              <a:ext uri="{FF2B5EF4-FFF2-40B4-BE49-F238E27FC236}">
                <a16:creationId xmlns:a16="http://schemas.microsoft.com/office/drawing/2014/main" id="{C879684E-B460-219E-A5CD-A0A967C2B8A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434311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D1BED77-EF94-E686-774C-5C5BD57752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C7D5C0-BDF8-5B5D-5B0F-9046DD650846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CDE0C6A9-D912-98CF-1DBC-26F5C8019D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22F74FEF-1248-33B0-AB4B-6FE3F5D33FE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39CD22FF-B819-7922-A4F8-1FE7FAAE0EF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22C9808-12ED-D695-7C8D-507E21E6F527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26" name="Picture 4">
              <a:extLst>
                <a:ext uri="{FF2B5EF4-FFF2-40B4-BE49-F238E27FC236}">
                  <a16:creationId xmlns:a16="http://schemas.microsoft.com/office/drawing/2014/main" id="{5BDB9586-69FE-8577-9561-E5F6F0EC5C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27" name="Picture 4">
              <a:extLst>
                <a:ext uri="{FF2B5EF4-FFF2-40B4-BE49-F238E27FC236}">
                  <a16:creationId xmlns:a16="http://schemas.microsoft.com/office/drawing/2014/main" id="{AA1318B3-9D1A-CB84-FA1D-E61EBC91CF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8" name="Picture 4">
              <a:extLst>
                <a:ext uri="{FF2B5EF4-FFF2-40B4-BE49-F238E27FC236}">
                  <a16:creationId xmlns:a16="http://schemas.microsoft.com/office/drawing/2014/main" id="{9DF4C8D9-FE53-867A-A37D-50C7677BA2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2013221"/>
      </p:ext>
    </p:extLst>
  </p:cSld>
  <p:clrMapOvr>
    <a:masterClrMapping/>
  </p:clrMapOvr>
  <p:transition/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BAD7BF-FFAD-D393-0023-18801993154F}"/>
              </a:ext>
            </a:extLst>
          </p:cNvPr>
          <p:cNvSpPr/>
          <p:nvPr userDrawn="1"/>
        </p:nvSpPr>
        <p:spPr>
          <a:xfrm>
            <a:off x="2" y="1634071"/>
            <a:ext cx="5927090" cy="5223928"/>
          </a:xfrm>
          <a:prstGeom prst="rect">
            <a:avLst/>
          </a:prstGeom>
          <a:solidFill>
            <a:srgbClr val="E5F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7093" y="0"/>
            <a:ext cx="6264908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5149145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2" y="1201783"/>
            <a:ext cx="516656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0" y="1985626"/>
            <a:ext cx="516656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66560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8FE4E7D-0FE3-EE71-8A08-526B79D401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8CB9279E-1E6A-7D0A-5EAA-EA86679E8F6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E20F977A-E225-81EC-67A3-57436B1F23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303425569"/>
      </p:ext>
    </p:extLst>
  </p:cSld>
  <p:clrMapOvr>
    <a:masterClrMapping/>
  </p:clrMapOvr>
  <p:transition/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236D08-2AB2-BC80-56FE-DB43CC17F482}"/>
              </a:ext>
            </a:extLst>
          </p:cNvPr>
          <p:cNvSpPr/>
          <p:nvPr userDrawn="1"/>
        </p:nvSpPr>
        <p:spPr>
          <a:xfrm>
            <a:off x="8547652" y="-1"/>
            <a:ext cx="3660974" cy="6857999"/>
          </a:xfrm>
          <a:prstGeom prst="rect">
            <a:avLst/>
          </a:prstGeom>
          <a:solidFill>
            <a:srgbClr val="E5F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7815D7BE-CB95-E5F8-442A-B133E97300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5097" y="1971512"/>
            <a:ext cx="2898155" cy="1632760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3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pullquote or key message from </a:t>
            </a:r>
            <a:br>
              <a:rPr lang="en-US"/>
            </a:br>
            <a:r>
              <a:rPr lang="en-US"/>
              <a:t>the main content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25F643D-73EC-C6E9-4703-6CE73188F2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551E874-811B-AA4D-4829-C5351316E2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0167B789-D854-0028-A268-ECCE8653F8F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7FAEC16B-969E-5A97-9E9F-A56BDB52F9D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391125381"/>
      </p:ext>
    </p:extLst>
  </p:cSld>
  <p:clrMapOvr>
    <a:masterClrMapping/>
  </p:clrMapOvr>
  <p:transition/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49" y="1985626"/>
            <a:ext cx="1140833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11408334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E6AA2CE-A2FC-AFDC-F1D0-72DB3D659F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8C072E1-0A30-5829-D2C6-41755FE9AE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5D3A06A2-BA73-3A87-34CE-EC8C3A2EB7BC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BF741D41-07CC-5276-2CF5-CC2C418577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024554052"/>
      </p:ext>
    </p:extLst>
  </p:cSld>
  <p:clrMapOvr>
    <a:masterClrMapping/>
  </p:clrMapOvr>
  <p:transition/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5E9FF38B-26C9-21A5-0403-142FB6E960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1186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580F3A2-48C1-7E56-952B-8614FE8F19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1184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E35228-F5E0-CD25-9531-E418FCD84A12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E5F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2A8852-4146-1D97-810C-56C2B66861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710FFA09-D800-BD94-47F0-451363675E9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7AA8E5C3-3722-70EB-CD40-136A92810C2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EA1249A-DCB8-5831-425D-21454143B405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6" name="Picture 4">
              <a:extLst>
                <a:ext uri="{FF2B5EF4-FFF2-40B4-BE49-F238E27FC236}">
                  <a16:creationId xmlns:a16="http://schemas.microsoft.com/office/drawing/2014/main" id="{0A4E3FCE-42A2-B9E1-77EF-00B7CF02D5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8" name="Picture 4">
              <a:extLst>
                <a:ext uri="{FF2B5EF4-FFF2-40B4-BE49-F238E27FC236}">
                  <a16:creationId xmlns:a16="http://schemas.microsoft.com/office/drawing/2014/main" id="{A30DE3B6-D4DC-F998-38ED-906293015C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9" name="Picture 4">
              <a:extLst>
                <a:ext uri="{FF2B5EF4-FFF2-40B4-BE49-F238E27FC236}">
                  <a16:creationId xmlns:a16="http://schemas.microsoft.com/office/drawing/2014/main" id="{446B9298-1C5F-72CD-1C4B-90D00117C8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6089677"/>
      </p:ext>
    </p:extLst>
  </p:cSld>
  <p:clrMapOvr>
    <a:masterClrMapping/>
  </p:clrMapOvr>
  <p:transition/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663BC1-6397-8B4A-5074-E6256EF37193}"/>
              </a:ext>
            </a:extLst>
          </p:cNvPr>
          <p:cNvSpPr/>
          <p:nvPr userDrawn="1"/>
        </p:nvSpPr>
        <p:spPr>
          <a:xfrm>
            <a:off x="3" y="1"/>
            <a:ext cx="6095998" cy="2276264"/>
          </a:xfrm>
          <a:prstGeom prst="rect">
            <a:avLst/>
          </a:prstGeom>
          <a:solidFill>
            <a:srgbClr val="E5F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Picture Placeholder 21">
            <a:extLst>
              <a:ext uri="{FF2B5EF4-FFF2-40B4-BE49-F238E27FC236}">
                <a16:creationId xmlns:a16="http://schemas.microsoft.com/office/drawing/2014/main" id="{88A8C8D7-CBA5-DE81-8D09-C17E4CE5CE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"/>
            <a:ext cx="6096000" cy="227626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525445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0062" y="2697273"/>
            <a:ext cx="8310393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60063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1" y="1201783"/>
            <a:ext cx="527187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3A5B597-3CE5-808E-88ED-32B81855078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593" y="2697273"/>
            <a:ext cx="2211420" cy="3158779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introduction text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30A6163-E535-F0DD-51A4-FCEA5F181F65}"/>
              </a:ext>
            </a:extLst>
          </p:cNvPr>
          <p:cNvCxnSpPr/>
          <p:nvPr userDrawn="1"/>
        </p:nvCxnSpPr>
        <p:spPr>
          <a:xfrm flipH="1" flipV="1">
            <a:off x="2924784" y="2697273"/>
            <a:ext cx="0" cy="3158779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A1C510F2-24E7-24AB-939B-7D2DFD7624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50332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BC40CDC5-EFCA-E051-084E-6514E9D0A4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00149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E2EB7B48-6FAD-B363-1485-9A4AAB96B50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90417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44531745-4B37-5FE0-17B1-0FA05A3B11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749962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67F6C9A-4136-E12C-5261-A1C700B3B2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40230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A8D3FC3-CCAA-EC69-30E5-4BB46ADBD8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09501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CC7149E6-BE60-C980-CCD9-2ECBAE03D2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99772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6D7C73-DD5B-86E4-DDA4-95880F7DB3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04DAC75D-08CC-938B-D738-69476C3C258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B2F37249-AC68-7B5A-4362-3E6DB9B9D02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05D55BD-9CF0-17CE-0D09-86C37CF9ABD3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7" name="Picture 4">
              <a:extLst>
                <a:ext uri="{FF2B5EF4-FFF2-40B4-BE49-F238E27FC236}">
                  <a16:creationId xmlns:a16="http://schemas.microsoft.com/office/drawing/2014/main" id="{3790CF95-5B69-F5EE-E658-FB70084BF4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26" name="Picture 4">
              <a:extLst>
                <a:ext uri="{FF2B5EF4-FFF2-40B4-BE49-F238E27FC236}">
                  <a16:creationId xmlns:a16="http://schemas.microsoft.com/office/drawing/2014/main" id="{86DD4BE0-F4AB-BFDD-C6CB-73E4EF221F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7" name="Picture 4">
              <a:extLst>
                <a:ext uri="{FF2B5EF4-FFF2-40B4-BE49-F238E27FC236}">
                  <a16:creationId xmlns:a16="http://schemas.microsoft.com/office/drawing/2014/main" id="{C37386AB-DABB-879C-5194-8B266BC1B5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8255414"/>
      </p:ext>
    </p:extLst>
  </p:cSld>
  <p:clrMapOvr>
    <a:masterClrMapping/>
  </p:clrMapOvr>
  <p:transition/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D6FFBE-BC2A-36ED-5F25-1C8F30D256A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922350694"/>
              </p:ext>
            </p:extLst>
          </p:nvPr>
        </p:nvGraphicFramePr>
        <p:xfrm>
          <a:off x="416768" y="2539856"/>
          <a:ext cx="11384281" cy="6299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1">
                  <a:extLst>
                    <a:ext uri="{9D8B030D-6E8A-4147-A177-3AD203B41FA5}">
                      <a16:colId xmlns:a16="http://schemas.microsoft.com/office/drawing/2014/main" val="1382175687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47031374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59890768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3771841006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999870903"/>
                    </a:ext>
                  </a:extLst>
                </a:gridCol>
              </a:tblGrid>
              <a:tr h="756068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C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C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C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C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C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264458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751582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921312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550155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37107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 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98272"/>
                  </a:ext>
                </a:extLst>
              </a:tr>
            </a:tbl>
          </a:graphicData>
        </a:graphic>
      </p:graphicFrame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1C928EE-C260-7F4E-5426-07601FF060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6768" y="1985626"/>
            <a:ext cx="5136747" cy="428236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7950C4E-C6FA-4CB3-E24D-57AE965EFB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5E034CF4-AD8B-FDD1-855D-B44ED30EF65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1D174A41-FECF-50DD-7B57-365B8B94C2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8938D2B-7C1F-D3B0-889C-2440C00F004D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3" name="Picture 4">
              <a:extLst>
                <a:ext uri="{FF2B5EF4-FFF2-40B4-BE49-F238E27FC236}">
                  <a16:creationId xmlns:a16="http://schemas.microsoft.com/office/drawing/2014/main" id="{F9D8AEA0-64DB-56D6-B88B-9E96C3EAD0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770B46BF-6DD5-0F03-0576-717AE9B3C10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6" name="Picture 4">
              <a:extLst>
                <a:ext uri="{FF2B5EF4-FFF2-40B4-BE49-F238E27FC236}">
                  <a16:creationId xmlns:a16="http://schemas.microsoft.com/office/drawing/2014/main" id="{B9ABD5D5-08B9-787C-48BF-EA373D0C78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58926282"/>
      </p:ext>
    </p:extLst>
  </p:cSld>
  <p:clrMapOvr>
    <a:masterClrMapping/>
  </p:clrMapOvr>
  <p:transition/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ph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CBDBB2E6-5C51-2EC2-3138-07D9FE924D1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104499511"/>
              </p:ext>
            </p:extLst>
          </p:nvPr>
        </p:nvGraphicFramePr>
        <p:xfrm>
          <a:off x="3694086" y="1808517"/>
          <a:ext cx="4516571" cy="3749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E1051591-71B9-688F-6FA0-79EB92B551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2742684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chart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3EC3C4-10BD-5A61-95F7-FA82FD084A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2765576"/>
            <a:ext cx="2742684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graphicFrame>
        <p:nvGraphicFramePr>
          <p:cNvPr id="12" name="Content Placeholder 15">
            <a:extLst>
              <a:ext uri="{FF2B5EF4-FFF2-40B4-BE49-F238E27FC236}">
                <a16:creationId xmlns:a16="http://schemas.microsoft.com/office/drawing/2014/main" id="{C7378800-8B46-7964-7406-2613E27DDD4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286948536"/>
              </p:ext>
            </p:extLst>
          </p:nvPr>
        </p:nvGraphicFramePr>
        <p:xfrm>
          <a:off x="7958356" y="1808517"/>
          <a:ext cx="4516571" cy="3749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Graphic 2">
            <a:extLst>
              <a:ext uri="{FF2B5EF4-FFF2-40B4-BE49-F238E27FC236}">
                <a16:creationId xmlns:a16="http://schemas.microsoft.com/office/drawing/2014/main" id="{8982F07B-026B-3168-C5CB-A51ED1239D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2EB80E90-BF19-82E2-C657-F52C75B8BDB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72B610C-6908-98D0-2F2E-0595A913C5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057A07B-2F52-1B77-C038-0CC5E9C09113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32DAF148-264B-CADC-9837-A60D04F7C9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7" name="Picture 4">
              <a:extLst>
                <a:ext uri="{FF2B5EF4-FFF2-40B4-BE49-F238E27FC236}">
                  <a16:creationId xmlns:a16="http://schemas.microsoft.com/office/drawing/2014/main" id="{2E2C7ACD-0261-3EDE-4238-DBFFF56B24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8" name="Picture 4">
              <a:extLst>
                <a:ext uri="{FF2B5EF4-FFF2-40B4-BE49-F238E27FC236}">
                  <a16:creationId xmlns:a16="http://schemas.microsoft.com/office/drawing/2014/main" id="{F74FBBCD-DE95-E51B-A4CD-72850CDBDB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9367007"/>
      </p:ext>
    </p:extLst>
  </p:cSld>
  <p:clrMapOvr>
    <a:masterClrMapping/>
  </p:clrMapOvr>
  <p:transition/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ph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15">
            <a:extLst>
              <a:ext uri="{FF2B5EF4-FFF2-40B4-BE49-F238E27FC236}">
                <a16:creationId xmlns:a16="http://schemas.microsoft.com/office/drawing/2014/main" id="{900C6176-281D-040E-1AC5-1F0A52BCD82A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676519766"/>
              </p:ext>
            </p:extLst>
          </p:nvPr>
        </p:nvGraphicFramePr>
        <p:xfrm>
          <a:off x="379896" y="2760373"/>
          <a:ext cx="4836283" cy="3109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A4A966-6BCB-7502-0C0E-12359B0086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1985626"/>
            <a:ext cx="266678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chart heading</a:t>
            </a:r>
          </a:p>
        </p:txBody>
      </p:sp>
      <p:graphicFrame>
        <p:nvGraphicFramePr>
          <p:cNvPr id="14" name="Content Placeholder 15">
            <a:extLst>
              <a:ext uri="{FF2B5EF4-FFF2-40B4-BE49-F238E27FC236}">
                <a16:creationId xmlns:a16="http://schemas.microsoft.com/office/drawing/2014/main" id="{5F87157A-05AF-A643-660D-6BFCDEF59AD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451176453"/>
              </p:ext>
            </p:extLst>
          </p:nvPr>
        </p:nvGraphicFramePr>
        <p:xfrm>
          <a:off x="6634785" y="2760373"/>
          <a:ext cx="4836283" cy="3109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B94EF1-3173-5FE1-C03C-A2EEE38410A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14800" y="2042758"/>
            <a:ext cx="1166802" cy="95341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Color 1 heading</a:t>
            </a:r>
          </a:p>
          <a:p>
            <a:pPr lvl="0"/>
            <a:r>
              <a:rPr lang="en-US"/>
              <a:t>Color 2 heading</a:t>
            </a:r>
          </a:p>
          <a:p>
            <a:pPr lvl="0"/>
            <a:r>
              <a:rPr lang="en-US"/>
              <a:t>Color 3 heading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D0375A-1177-53D4-89F2-F5FC715641E0}"/>
              </a:ext>
            </a:extLst>
          </p:cNvPr>
          <p:cNvSpPr/>
          <p:nvPr userDrawn="1"/>
        </p:nvSpPr>
        <p:spPr>
          <a:xfrm>
            <a:off x="3884292" y="2082985"/>
            <a:ext cx="155643" cy="155642"/>
          </a:xfrm>
          <a:prstGeom prst="rect">
            <a:avLst/>
          </a:prstGeom>
          <a:solidFill>
            <a:srgbClr val="7FC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2BDBF7-6312-5C2E-5208-3BC8D7347779}"/>
              </a:ext>
            </a:extLst>
          </p:cNvPr>
          <p:cNvSpPr/>
          <p:nvPr userDrawn="1"/>
        </p:nvSpPr>
        <p:spPr>
          <a:xfrm>
            <a:off x="3884292" y="2345632"/>
            <a:ext cx="155643" cy="15564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51BF7B-E5B7-064E-1596-09C884E07B5D}"/>
              </a:ext>
            </a:extLst>
          </p:cNvPr>
          <p:cNvSpPr/>
          <p:nvPr userDrawn="1"/>
        </p:nvSpPr>
        <p:spPr>
          <a:xfrm>
            <a:off x="3884292" y="2618008"/>
            <a:ext cx="155643" cy="155642"/>
          </a:xfrm>
          <a:prstGeom prst="rect">
            <a:avLst/>
          </a:prstGeom>
          <a:solidFill>
            <a:srgbClr val="E5F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12020BB6-B349-9AC3-9B9E-7B4647B21DD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44515" y="1985626"/>
            <a:ext cx="266678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chart heading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916EC0C0-3340-116E-2A9E-C5F9EF55B9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359963" y="2042758"/>
            <a:ext cx="1166802" cy="95341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Color 1 heading</a:t>
            </a:r>
          </a:p>
          <a:p>
            <a:pPr lvl="0"/>
            <a:r>
              <a:rPr lang="en-US"/>
              <a:t>Color 2 heading</a:t>
            </a:r>
          </a:p>
          <a:p>
            <a:pPr lvl="0"/>
            <a:r>
              <a:rPr lang="en-US"/>
              <a:t>Color 3 heading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0E2BA2-5FEA-09A0-C114-B2B3FBA234CA}"/>
              </a:ext>
            </a:extLst>
          </p:cNvPr>
          <p:cNvSpPr/>
          <p:nvPr userDrawn="1"/>
        </p:nvSpPr>
        <p:spPr>
          <a:xfrm>
            <a:off x="10129455" y="2082985"/>
            <a:ext cx="155643" cy="155642"/>
          </a:xfrm>
          <a:prstGeom prst="rect">
            <a:avLst/>
          </a:prstGeom>
          <a:solidFill>
            <a:srgbClr val="7FC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98302C-FFC3-E197-29E7-7398CEAA1203}"/>
              </a:ext>
            </a:extLst>
          </p:cNvPr>
          <p:cNvSpPr/>
          <p:nvPr userDrawn="1"/>
        </p:nvSpPr>
        <p:spPr>
          <a:xfrm>
            <a:off x="10129455" y="2345632"/>
            <a:ext cx="155643" cy="15564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7EE772-E0F3-CFA8-41DA-667F14BCFAFB}"/>
              </a:ext>
            </a:extLst>
          </p:cNvPr>
          <p:cNvSpPr/>
          <p:nvPr userDrawn="1"/>
        </p:nvSpPr>
        <p:spPr>
          <a:xfrm>
            <a:off x="10129455" y="2618008"/>
            <a:ext cx="155643" cy="155642"/>
          </a:xfrm>
          <a:prstGeom prst="rect">
            <a:avLst/>
          </a:prstGeom>
          <a:solidFill>
            <a:srgbClr val="E5F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8646D92-4835-3882-06B3-1AEB55DC04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00DF300C-9EC7-0EFD-1D87-F78F01EA1A2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A21CF79-A1D7-80BA-4854-62FF695FD6DD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26" name="Picture 4">
              <a:extLst>
                <a:ext uri="{FF2B5EF4-FFF2-40B4-BE49-F238E27FC236}">
                  <a16:creationId xmlns:a16="http://schemas.microsoft.com/office/drawing/2014/main" id="{6B552EF0-9B6D-D177-8991-1DF61E464F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27" name="Picture 4">
              <a:extLst>
                <a:ext uri="{FF2B5EF4-FFF2-40B4-BE49-F238E27FC236}">
                  <a16:creationId xmlns:a16="http://schemas.microsoft.com/office/drawing/2014/main" id="{50363AB1-805C-DE32-4274-066979EE0D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8" name="Picture 4">
              <a:extLst>
                <a:ext uri="{FF2B5EF4-FFF2-40B4-BE49-F238E27FC236}">
                  <a16:creationId xmlns:a16="http://schemas.microsoft.com/office/drawing/2014/main" id="{2522D0B7-F7E4-DEE2-B735-6E4B4177A6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64D914A4-30C7-0262-FFBF-76D77FB78D5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04834463"/>
      </p:ext>
    </p:extLst>
  </p:cSld>
  <p:clrMapOvr>
    <a:masterClrMapping/>
  </p:clrMapOvr>
  <p:transition/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318649"/>
            <a:ext cx="11443061" cy="300153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2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470" y="5053606"/>
            <a:ext cx="11443061" cy="505097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to lead on from stat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3074C10A-BAE0-2952-5D39-DFEE103B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11418180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D3F123B-979E-A246-B96A-67D57FA19A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A4243A8-5019-0BAE-5DFE-B1C8DE7DB6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0ECF6554-520C-04D8-83C0-012FF4306F42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53322EBC-CF70-61E8-B785-2BFFCB95AC8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42575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Large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349" y="2318649"/>
            <a:ext cx="5696651" cy="1492099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1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49" y="3825952"/>
            <a:ext cx="5696651" cy="173996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</a:t>
            </a:r>
            <a:br>
              <a:rPr lang="en-US"/>
            </a:br>
            <a:r>
              <a:rPr lang="en-US"/>
              <a:t>to lead on from stat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3074C10A-BAE0-2952-5D39-DFEE103B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2" y="1979362"/>
            <a:ext cx="5696649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3DA9141-2FA0-43D2-4FF0-085F5BE123F2}"/>
              </a:ext>
            </a:extLst>
          </p:cNvPr>
          <p:cNvCxnSpPr/>
          <p:nvPr userDrawn="1"/>
        </p:nvCxnSpPr>
        <p:spPr>
          <a:xfrm flipH="1">
            <a:off x="6096000" y="1972147"/>
            <a:ext cx="0" cy="3586556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6BFAC21-0655-5E09-7BA6-05EE94A866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17226" y="2318649"/>
            <a:ext cx="5690462" cy="150730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1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DB3E8F37-65C2-1141-F298-5649C3B781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17226" y="1979362"/>
            <a:ext cx="5690462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BF0EBAF0-E764-491A-37FC-B9972C5C30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17224" y="3825952"/>
            <a:ext cx="5690462" cy="173996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</a:t>
            </a:r>
            <a:br>
              <a:rPr lang="en-US"/>
            </a:br>
            <a:r>
              <a:rPr lang="en-US"/>
              <a:t>to lead on from stat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2107D50-58EE-71C7-EC95-F2124636D5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62597A6-FF3C-D1E7-D184-45A58122AD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E7901543-3BE0-5D36-5CA3-B7BB0AC2CB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112349C4-AEF0-FCF1-D5C8-E062EE909E38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77147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351" y="1667336"/>
            <a:ext cx="3398926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XX,XXX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261E9CF2-DF8C-F184-044A-E7418E7523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9351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5CE0D850-00A2-2869-6ABC-3AB860E4BC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1801" y="1667336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F7290E6-C2F2-E204-09A6-52BAEF5807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03134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3659DF3-0D55-D08D-A094-457DA09A13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5586" y="1667336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$XX,XXX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886AD954-8CD2-030A-36CF-B8A5E782F0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06919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9AF6072-6784-77CC-FD7D-F9383D98D8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9351" y="4023675"/>
            <a:ext cx="3398926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310162A-17E1-6A87-538F-1E98AB50F10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9351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9AF0DEF-DC09-7313-18A4-D7030A9873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21801" y="4023675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XX,XXX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1F2556C-43F7-F306-BE95-1C7ED8D60F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03134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65786BF-46E1-48A1-88CF-122C298516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25586" y="4023675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27F10C66-CE06-829D-AEA0-6B01BE82A60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06919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5E0300-0034-C452-6D4B-7AB84A7805CA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E5F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BDFCB9E-1427-ADAA-03A5-025AA025E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7F1F4C1C-653D-E7E3-38F7-FD2012F49353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F71013-904D-251D-1E68-5E54C8293D49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9" name="Picture 4">
              <a:extLst>
                <a:ext uri="{FF2B5EF4-FFF2-40B4-BE49-F238E27FC236}">
                  <a16:creationId xmlns:a16="http://schemas.microsoft.com/office/drawing/2014/main" id="{993FAD13-6C3F-03BE-D0B1-C8DD31855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26" name="Picture 4">
              <a:extLst>
                <a:ext uri="{FF2B5EF4-FFF2-40B4-BE49-F238E27FC236}">
                  <a16:creationId xmlns:a16="http://schemas.microsoft.com/office/drawing/2014/main" id="{6420B4F2-6AD6-C660-3E8E-011208D8E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7" name="Picture 4">
              <a:extLst>
                <a:ext uri="{FF2B5EF4-FFF2-40B4-BE49-F238E27FC236}">
                  <a16:creationId xmlns:a16="http://schemas.microsoft.com/office/drawing/2014/main" id="{CA5CA31D-755A-E7E4-655E-952575D8D4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C3EB5F2-63F2-06FD-D6B7-BB25827B60B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4937163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Question mark boxes">
            <a:extLst>
              <a:ext uri="{FF2B5EF4-FFF2-40B4-BE49-F238E27FC236}">
                <a16:creationId xmlns:a16="http://schemas.microsoft.com/office/drawing/2014/main" id="{A67F9B00-7B0C-4D24-04C2-38E1896DA0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227" y="0"/>
            <a:ext cx="12191550" cy="6858000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321853"/>
            <a:ext cx="11443061" cy="2214297"/>
          </a:xfrm>
          <a:prstGeom prst="rect">
            <a:avLst/>
          </a:prstGeom>
        </p:spPr>
        <p:txBody>
          <a:bodyPr wrap="square" lIns="0" anchor="ctr">
            <a:noAutofit/>
          </a:bodyPr>
          <a:lstStyle>
            <a:lvl1pPr marL="0" indent="0" algn="ctr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Questions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125242F-718C-4135-49D5-EBD704655B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342095D-FFB4-B478-1874-EAAA51D2B1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760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0542382" cy="1027499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end slide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3595044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 here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Picture 2" descr="A black and blue rectangle with a black background&#10;&#10;AI-generated content may be incorrect.">
            <a:extLst>
              <a:ext uri="{FF2B5EF4-FFF2-40B4-BE49-F238E27FC236}">
                <a16:creationId xmlns:a16="http://schemas.microsoft.com/office/drawing/2014/main" id="{40483CA1-7DDE-6582-B6A1-80F351408A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7FCD32">
                <a:tint val="45000"/>
                <a:satMod val="400000"/>
              </a:srgbClr>
            </a:duotone>
          </a:blip>
          <a:srcRect t="-1861" r="1460" b="733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41048BA-84EB-0E0D-ECF1-F2A7B66E4D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08AD9CC-F06F-8B37-5A0B-77A32FA839DE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226DFAFF-919D-8254-C6DC-3480E38113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1F4290C0-C562-6133-3D6C-973577CA04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C0EF5AB6-13CA-E186-579F-8879886B08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8995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/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698171"/>
            <a:ext cx="11443061" cy="221429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pullquote </a:t>
            </a:r>
            <a:br>
              <a:rPr lang="en-US"/>
            </a:br>
            <a:r>
              <a:rPr lang="en-US"/>
              <a:t>or key message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C396BA70-4D20-197B-ABFC-4C68EB70A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11418180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NAME AND JOB TITLE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4E2D77B-1861-F772-A2AD-6B67B4A3A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B6D92BE-3D96-2B6D-5AA9-4F2B635B0D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928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5303525"/>
            <a:ext cx="11526757" cy="387412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legal information heading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6B2EA81A-B50D-A42E-E792-55767F9AC7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3941" y="5690938"/>
            <a:ext cx="11526757" cy="907717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legal information body copy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9FD944F-EBAF-4BB6-D280-C5A8787F87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FA65A21-A837-5F1F-584B-EDE6C76233E9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4E12FA45-3668-3909-97CD-CAB1F4E2D1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A1CE887C-8A87-76D0-9DE1-41FEDA63F9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48898"/>
              <a:ext cx="1133856" cy="200912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393F0656-3CD4-02FF-3A73-F5317F6723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5131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89992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5527740" cy="1609821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0" y="4425219"/>
            <a:ext cx="5527740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5527740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C3C818F-587E-CA93-6C9A-D0ED2BFF14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457300-D040-A31C-EB1C-CFF927B3C5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0079" t="10672" r="10672" b="10079"/>
          <a:stretch>
            <a:fillRect/>
          </a:stretch>
        </p:blipFill>
        <p:spPr>
          <a:xfrm>
            <a:off x="367683" y="320272"/>
            <a:ext cx="1696940" cy="119888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B9B8097-EB7F-B3AB-5611-55752DC578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8257" r="8257"/>
          <a:stretch/>
        </p:blipFill>
        <p:spPr>
          <a:xfrm>
            <a:off x="237744" y="5971033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710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r"/>
  </p:transition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1526759" cy="1609821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19"/>
            <a:ext cx="11526757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39" y="1980404"/>
            <a:ext cx="11526757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7620298-25EA-8EB0-C5A3-2B317EE94C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301754" y="100585"/>
            <a:ext cx="2276905" cy="9957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03A749-8B2D-EC26-EC42-8EAEA45D22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44202" y="274320"/>
            <a:ext cx="1114754" cy="67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2628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r"/>
  </p:transition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2567544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title over 2 lines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20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2" name="Picture 1" descr="A blue and white lines on a black background&#10;&#10;AI-generated content may be incorrect.">
            <a:extLst>
              <a:ext uri="{FF2B5EF4-FFF2-40B4-BE49-F238E27FC236}">
                <a16:creationId xmlns:a16="http://schemas.microsoft.com/office/drawing/2014/main" id="{D854ECD0-24E0-6646-05A0-B1910DA209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0ECC">
                <a:tint val="45000"/>
                <a:satMod val="400000"/>
              </a:srgbClr>
            </a:duotone>
          </a:blip>
          <a:srcRect l="47286" t="15937" b="11359"/>
          <a:stretch>
            <a:fillRect/>
          </a:stretch>
        </p:blipFill>
        <p:spPr>
          <a:xfrm>
            <a:off x="6660683" y="0"/>
            <a:ext cx="4972251" cy="6858000"/>
          </a:xfrm>
          <a:prstGeom prst="rect">
            <a:avLst/>
          </a:prstGeom>
          <a:solidFill>
            <a:srgbClr val="99A0FF"/>
          </a:solidFill>
        </p:spPr>
      </p:pic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6A7FF0E-113F-D7E1-BC1F-35E4AFF57B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42834" y="278373"/>
            <a:ext cx="1133856" cy="67464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604BF43-CD86-75B7-1055-FAF7127A0A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16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r"/>
  </p:transition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20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4" name="Picture 3" descr="A blue and white lines on a black background&#10;&#10;AI-generated content may be incorrect.">
            <a:extLst>
              <a:ext uri="{FF2B5EF4-FFF2-40B4-BE49-F238E27FC236}">
                <a16:creationId xmlns:a16="http://schemas.microsoft.com/office/drawing/2014/main" id="{794F9825-6E1C-50CC-5145-8AF009BA0D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0ECC">
                <a:tint val="45000"/>
                <a:satMod val="400000"/>
              </a:srgbClr>
            </a:duotone>
          </a:blip>
          <a:srcRect l="47286" t="15937" b="11359"/>
          <a:stretch>
            <a:fillRect/>
          </a:stretch>
        </p:blipFill>
        <p:spPr>
          <a:xfrm>
            <a:off x="6660683" y="0"/>
            <a:ext cx="4972251" cy="6858000"/>
          </a:xfrm>
          <a:prstGeom prst="rect">
            <a:avLst/>
          </a:prstGeom>
        </p:spPr>
      </p:pic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99978693-06C5-3C60-0FBD-5BF20451CD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2567544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title over 2 lines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5519666-386F-02D4-8916-AA7F1BA575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216DD57-FE36-5972-FBFD-AE11620D18A1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929A602D-67E1-D001-5609-B9AB8A8B5A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61467B14-EC35-112D-9E73-A4E9B06C55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51279"/>
              <a:ext cx="1133856" cy="200912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E8CC959F-3236-E47E-544C-8C0D518C8C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7512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7579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r"/>
  </p:transition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3B3F1EA6-A386-AF1F-80AF-2A894C6CE145}"/>
              </a:ext>
            </a:extLst>
          </p:cNvPr>
          <p:cNvSpPr/>
          <p:nvPr userDrawn="1"/>
        </p:nvSpPr>
        <p:spPr>
          <a:xfrm>
            <a:off x="1" y="2524837"/>
            <a:ext cx="11321143" cy="4327815"/>
          </a:xfrm>
          <a:prstGeom prst="round1Rect">
            <a:avLst>
              <a:gd name="adj" fmla="val 8642"/>
            </a:avLst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3877730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5735407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3290590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51422BD-5925-3D3B-8AFE-978C6DA92F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A32A3BA-75B8-851C-041A-15070CA579AA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ABC475C-A34B-529C-B112-58E1D57218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02E0908C-B386-5E48-FA22-57CB303EAB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51279"/>
              <a:ext cx="1133856" cy="200912"/>
            </a:xfrm>
            <a:prstGeom prst="rect">
              <a:avLst/>
            </a:prstGeom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8140F6EB-3820-99AF-02F7-885AA3C6E1F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7512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3668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r"/>
  </p:transition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0542382" cy="1027499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3595044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Picture 2" descr="A black and blue rectangle with a black background&#10;&#10;AI-generated content may be incorrect.">
            <a:extLst>
              <a:ext uri="{FF2B5EF4-FFF2-40B4-BE49-F238E27FC236}">
                <a16:creationId xmlns:a16="http://schemas.microsoft.com/office/drawing/2014/main" id="{40483CA1-7DDE-6582-B6A1-80F351408A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0ECC">
                <a:tint val="45000"/>
                <a:satMod val="400000"/>
              </a:srgbClr>
            </a:duotone>
          </a:blip>
          <a:srcRect t="-1861" r="1460" b="733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9FB5E4F-3C97-1477-EB2F-54141FC94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AD10DA9-C3DC-8BDE-E6BE-52699E55D660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140FE3D5-EB18-23B2-4531-2B3AECDE42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54F27CDE-3640-98D3-AEBC-1D2B5E1EBE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51279"/>
              <a:ext cx="1133856" cy="200912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30088666-7637-4C8B-4A7A-E5B9B5F6C3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7512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1031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r"/>
  </p:transition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 content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11373556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agenda/contents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19556"/>
            <a:ext cx="4391662" cy="3262039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 point 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3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4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5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6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7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Click to add agenda point 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1139097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560BF24-F24F-03C4-143B-8B5F7160A5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87712" y="1919557"/>
            <a:ext cx="2213276" cy="326203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  <a:p>
            <a:pPr lvl="0"/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/>
              <a:t>Slide XX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8D02FB9-C8DE-061D-21F5-38692F1B16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012D04C-F729-FBD2-C1E4-DDF45A2DB2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939E420E-F8E7-A4B9-8987-AAC20FFE7455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BF4AC93-5B6C-0E95-D7D7-3776342005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00" y="6382512"/>
            <a:ext cx="45720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828329574"/>
      </p:ext>
    </p:extLst>
  </p:cSld>
  <p:clrMapOvr>
    <a:masterClrMapping/>
  </p:clrMapOvr>
  <p:transition spd="slow">
    <p:push dir="r"/>
  </p:transition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 content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 Single Corner Rectangle 14">
            <a:extLst>
              <a:ext uri="{FF2B5EF4-FFF2-40B4-BE49-F238E27FC236}">
                <a16:creationId xmlns:a16="http://schemas.microsoft.com/office/drawing/2014/main" id="{79951BE3-C64C-96DE-F492-05642CACBA63}"/>
              </a:ext>
            </a:extLst>
          </p:cNvPr>
          <p:cNvSpPr/>
          <p:nvPr userDrawn="1"/>
        </p:nvSpPr>
        <p:spPr>
          <a:xfrm>
            <a:off x="1" y="3358154"/>
            <a:ext cx="11321143" cy="3499846"/>
          </a:xfrm>
          <a:prstGeom prst="round1Rect">
            <a:avLst>
              <a:gd name="adj" fmla="val 8642"/>
            </a:avLst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71" y="354221"/>
            <a:ext cx="9807685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agenda/contents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1139097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184A916-E3C1-011E-174D-8E86659E01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4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1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501826AD-E1A6-B420-53D8-B808B588B1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97411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B0317D6-D099-851A-87A1-EA1B30A043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97410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2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2660C88E-F62C-7E2D-C7E3-4E0D4EA512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95466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047FA9-BDA7-FA64-EE96-6E8CEF5073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95467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3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C9F945B-FC03-7090-3376-2FC2E63FA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93521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40631B4-9E86-7EF7-E4C9-6C18B40EDC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93524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552BAF-12CF-B75D-8C5B-09739067BD3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9354" y="4688933"/>
            <a:ext cx="2030932" cy="39851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EBFFE812-E199-389F-EF2E-595D7D135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97410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5A71E3D-A374-E6D9-B724-7B410AD496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95467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BADA2ED3-6513-39F1-787A-3034E3B4FA5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93524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B564FAF-C833-4FC4-F9D0-B2D091D3A6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D267854-C0EB-0365-3992-605CD46218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22" name="Slide Number Placeholder 9">
            <a:extLst>
              <a:ext uri="{FF2B5EF4-FFF2-40B4-BE49-F238E27FC236}">
                <a16:creationId xmlns:a16="http://schemas.microsoft.com/office/drawing/2014/main" id="{B34374AA-1B86-AC89-10D6-E442DE9EC388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42FA87D9-BAE0-079C-B32A-8B937FBB5A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10000" y="6382512"/>
            <a:ext cx="45720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776472745"/>
      </p:ext>
    </p:extLst>
  </p:cSld>
  <p:clrMapOvr>
    <a:masterClrMapping/>
  </p:clrMapOvr>
  <p:transition spd="slow">
    <p:push dir="r"/>
  </p:transition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98172"/>
            <a:ext cx="11523593" cy="111618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3814355"/>
            <a:ext cx="11523593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76E487-0A24-DFAA-9652-38E414703F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0ECC">
                <a:tint val="45000"/>
                <a:satMod val="400000"/>
              </a:srgbClr>
            </a:duotone>
          </a:blip>
          <a:srcRect l="-19050" t="-1855" r="19303" b="72969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B695B5E-B0C7-EFC3-ADB8-C68EC220F5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7744" y="5971033"/>
            <a:ext cx="1898354" cy="830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69296E-6594-1A33-C77B-79DFA44148F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72016" y="6035040"/>
            <a:ext cx="1031079" cy="6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937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r"/>
  </p:transition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C6D569-A1F3-283A-846C-C17E78E640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0ECC">
                <a:tint val="45000"/>
                <a:satMod val="400000"/>
              </a:srgbClr>
            </a:duotone>
          </a:blip>
          <a:srcRect l="-18313" t="-2383" r="18313" b="734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98172"/>
            <a:ext cx="11523593" cy="111618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3814355"/>
            <a:ext cx="11523593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F5B140-6E59-9059-DFC3-0FAFCE12DE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8569" t="9035" r="9035" b="8569"/>
          <a:stretch>
            <a:fillRect/>
          </a:stretch>
        </p:blipFill>
        <p:spPr>
          <a:xfrm>
            <a:off x="9357334" y="6070482"/>
            <a:ext cx="882860" cy="624395"/>
          </a:xfrm>
          <a:prstGeom prst="rect">
            <a:avLst/>
          </a:prstGeom>
        </p:spPr>
      </p:pic>
      <p:pic>
        <p:nvPicPr>
          <p:cNvPr id="4" name="Graphic 2">
            <a:extLst>
              <a:ext uri="{FF2B5EF4-FFF2-40B4-BE49-F238E27FC236}">
                <a16:creationId xmlns:a16="http://schemas.microsoft.com/office/drawing/2014/main" id="{BAC36E3D-545D-F208-22B5-EBE2DA8494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-1010" t="-39954" r="-1989" b="-40026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9975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r"/>
  </p:transition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: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12620"/>
            <a:ext cx="5533284" cy="1632760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4495998"/>
            <a:ext cx="5533284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Picture Placeholder 21">
            <a:extLst>
              <a:ext uri="{FF2B5EF4-FFF2-40B4-BE49-F238E27FC236}">
                <a16:creationId xmlns:a16="http://schemas.microsoft.com/office/drawing/2014/main" id="{9EE37199-8A95-EE19-1572-77F458BD1E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5498FF6-6D36-AACB-0023-B249123880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B1583C2A-1EBE-10B3-486E-8EAABD70E038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ED6BA37D-1ABE-FC85-B2D4-E31AA5862D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00" y="6382512"/>
            <a:ext cx="45720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82547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r"/>
  </p:transition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B8F3DAD-89F6-40A8-BD2F-A791ECE20A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E17738-6020-D211-863B-93E98D6AB768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D4BC09-017E-9322-76FE-B25FD85CC55D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6BE61E89-DC5E-96D5-346D-E76AE886759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5268339-B786-2A6F-2C1D-61FC27DEBD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00" y="6382512"/>
            <a:ext cx="45720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218B0E9-9010-4DC5-CD50-05C693BF95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010" t="-39954" r="-1989" b="-40026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F4DC4B-E3AA-C145-5BF5-E609D733C3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8569" t="9035" r="9035" b="8569"/>
          <a:stretch>
            <a:fillRect/>
          </a:stretch>
        </p:blipFill>
        <p:spPr>
          <a:xfrm>
            <a:off x="9357334" y="6070482"/>
            <a:ext cx="882860" cy="62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31361"/>
      </p:ext>
    </p:extLst>
  </p:cSld>
  <p:clrMapOvr>
    <a:masterClrMapping/>
  </p:clrMapOvr>
  <p:transition spd="slow">
    <p:push dir="r"/>
  </p:transition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9904" y="0"/>
            <a:ext cx="4012096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7315876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2522921"/>
            <a:ext cx="5527740" cy="291409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“Click to edit opening/welcome statement or quote here over multiple lines”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2" y="1201783"/>
            <a:ext cx="733329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59B32BE6-240E-0050-F325-7C830349B5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5527740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NAME AND JOB TITLE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904BBCD-4340-2C81-2B7E-97276791F2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BDBB5910-30E8-9AFE-CC6C-19FAB19CDE5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4B5CA-0200-DE71-836E-69A87D28134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00" y="6382512"/>
            <a:ext cx="45720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085209265"/>
      </p:ext>
    </p:extLst>
  </p:cSld>
  <p:clrMapOvr>
    <a:masterClrMapping/>
  </p:clrMapOvr>
  <p:transition spd="slow">
    <p:push dir="r"/>
  </p:transition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1D03BBF-5C2F-7207-B480-E1A4A0F464E7}"/>
              </a:ext>
            </a:extLst>
          </p:cNvPr>
          <p:cNvSpPr/>
          <p:nvPr userDrawn="1"/>
        </p:nvSpPr>
        <p:spPr>
          <a:xfrm>
            <a:off x="8748110" y="-1"/>
            <a:ext cx="3460516" cy="6857999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98" y="354221"/>
            <a:ext cx="3460516" cy="617958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7563451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1985626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7580868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3015658-2C82-2707-A3D2-5BFD6DAB2D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2765576"/>
            <a:ext cx="3083582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8DF21F77-7EA1-DE06-D607-56C35B62422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90945" y="2765576"/>
            <a:ext cx="3083582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ECAB680-709B-0D69-510F-ACE7C562CF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90945" y="1985626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2951F7B5-136B-5CA9-0A58-BBDC116673A7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CF03BAE-69C2-D627-9EE8-83C90FE100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00" y="6382512"/>
            <a:ext cx="45720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pic>
        <p:nvPicPr>
          <p:cNvPr id="4" name="Graphic 2">
            <a:extLst>
              <a:ext uri="{FF2B5EF4-FFF2-40B4-BE49-F238E27FC236}">
                <a16:creationId xmlns:a16="http://schemas.microsoft.com/office/drawing/2014/main" id="{AA8CDD84-AC73-74BF-CF64-8C39CBF748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010" t="-39954" r="-1989" b="-40026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451087"/>
      </p:ext>
    </p:extLst>
  </p:cSld>
  <p:clrMapOvr>
    <a:masterClrMapping/>
  </p:clrMapOvr>
  <p:transition spd="slow">
    <p:push dir="r"/>
  </p:transition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89EFB4-C120-EB6D-F6C5-88A9AC20D6DB}"/>
              </a:ext>
            </a:extLst>
          </p:cNvPr>
          <p:cNvSpPr/>
          <p:nvPr userDrawn="1"/>
        </p:nvSpPr>
        <p:spPr>
          <a:xfrm>
            <a:off x="1" y="3103130"/>
            <a:ext cx="6095998" cy="3754869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BB1D88-D8E7-3E5F-EBA0-EA04E54CA196}"/>
              </a:ext>
            </a:extLst>
          </p:cNvPr>
          <p:cNvSpPr/>
          <p:nvPr userDrawn="1"/>
        </p:nvSpPr>
        <p:spPr>
          <a:xfrm>
            <a:off x="6096003" y="3103130"/>
            <a:ext cx="6095998" cy="3754869"/>
          </a:xfrm>
          <a:prstGeom prst="rect">
            <a:avLst/>
          </a:prstGeom>
          <a:solidFill>
            <a:srgbClr val="667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 userDrawn="1">
            <p:ph type="pic" sz="quarter" idx="27"/>
          </p:nvPr>
        </p:nvSpPr>
        <p:spPr>
          <a:xfrm>
            <a:off x="400052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1717C245-C3CF-0C9A-9342-8E443AF52F55}"/>
              </a:ext>
            </a:extLst>
          </p:cNvPr>
          <p:cNvSpPr>
            <a:spLocks noGrp="1"/>
          </p:cNvSpPr>
          <p:nvPr userDrawn="1">
            <p:ph type="pic" sz="quarter" idx="29"/>
          </p:nvPr>
        </p:nvSpPr>
        <p:spPr>
          <a:xfrm>
            <a:off x="6496050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90B40DF-4697-86B3-7C46-E7A57FA9DB2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E87140-6B7A-20FF-7DE9-C4F58B7A9FE0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2D2531-8F33-1A2F-E5F6-DE15C4ADDC2E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99350" y="1476286"/>
            <a:ext cx="11408336" cy="89984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7659BA3-C496-00C5-6876-222A1DEC1EB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75903" y="4309937"/>
            <a:ext cx="3712521" cy="354211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4534845-B545-E91F-DE0B-8607C072258B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375900" y="4770710"/>
            <a:ext cx="3712521" cy="118122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9BE436A9-0487-A867-2EE4-E33703A4DAF1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486557" y="4309937"/>
            <a:ext cx="3712521" cy="354211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8E863F51-B511-A241-42E8-1A801534E4CC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6486554" y="4770710"/>
            <a:ext cx="3712521" cy="118122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54D06C4-9251-BC84-D5DE-AB2EB23F89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363CF6E-5327-53C3-7BF8-0CBA361C8C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8081E5-52C9-71F9-503E-B543FCDF530C}"/>
              </a:ext>
            </a:extLst>
          </p:cNvPr>
          <p:cNvSpPr txBox="1"/>
          <p:nvPr userDrawn="1"/>
        </p:nvSpPr>
        <p:spPr>
          <a:xfrm>
            <a:off x="11163299" y="6378575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7A0E7680-05F7-D6F5-429C-B2C47816BFBC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044181649"/>
      </p:ext>
    </p:extLst>
  </p:cSld>
  <p:clrMapOvr>
    <a:masterClrMapping/>
  </p:clrMapOvr>
  <p:transition spd="slow">
    <p:push dir="r"/>
  </p:transition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A3B6B3-232E-2F95-F42B-F7316316F037}"/>
              </a:ext>
            </a:extLst>
          </p:cNvPr>
          <p:cNvSpPr/>
          <p:nvPr userDrawn="1"/>
        </p:nvSpPr>
        <p:spPr>
          <a:xfrm>
            <a:off x="2" y="2564307"/>
            <a:ext cx="12208626" cy="4293691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7563451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1" y="1201783"/>
            <a:ext cx="7580868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A270CDC-1948-4538-27DA-3600AC34F7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20038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9D8563D-E600-BD7A-BA1D-058F761807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20038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179C45C0-4577-B2F0-16BC-53D8C80DA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40726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FF4BCC0-D520-C861-CB16-F3CB74F6F8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40726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005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7435A72-10D4-E13F-E2E9-39A8603317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820039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D4F15DFF-92DF-9527-1AC1-A9CAE9325DE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241426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5F7E6B7-87BE-AD2D-C9AD-012B6889B20F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9930D981-31C8-2BA8-7E32-9D85B7578C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0000" y="6382512"/>
            <a:ext cx="45720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pic>
        <p:nvPicPr>
          <p:cNvPr id="5" name="Graphic 2">
            <a:extLst>
              <a:ext uri="{FF2B5EF4-FFF2-40B4-BE49-F238E27FC236}">
                <a16:creationId xmlns:a16="http://schemas.microsoft.com/office/drawing/2014/main" id="{4610C7B2-A18C-6E97-6621-FE2778C0DD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010" t="-39954" r="-1989" b="-40026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9F2A7A-66B0-1FFE-7B6D-467E70EF321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8569" t="9035" r="9035" b="8569"/>
          <a:stretch>
            <a:fillRect/>
          </a:stretch>
        </p:blipFill>
        <p:spPr>
          <a:xfrm>
            <a:off x="9357334" y="6070482"/>
            <a:ext cx="882860" cy="62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296331"/>
      </p:ext>
    </p:extLst>
  </p:cSld>
  <p:clrMapOvr>
    <a:masterClrMapping/>
  </p:clrMapOvr>
  <p:transition spd="slow">
    <p:push dir="r"/>
  </p:transition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89EFB4-C120-EB6D-F6C5-88A9AC20D6DB}"/>
              </a:ext>
            </a:extLst>
          </p:cNvPr>
          <p:cNvSpPr/>
          <p:nvPr userDrawn="1"/>
        </p:nvSpPr>
        <p:spPr>
          <a:xfrm>
            <a:off x="3" y="3103130"/>
            <a:ext cx="4063998" cy="3754869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BB1D88-D8E7-3E5F-EBA0-EA04E54CA196}"/>
              </a:ext>
            </a:extLst>
          </p:cNvPr>
          <p:cNvSpPr/>
          <p:nvPr userDrawn="1"/>
        </p:nvSpPr>
        <p:spPr>
          <a:xfrm>
            <a:off x="4064005" y="3103130"/>
            <a:ext cx="4063998" cy="3754869"/>
          </a:xfrm>
          <a:prstGeom prst="rect">
            <a:avLst/>
          </a:prstGeom>
          <a:solidFill>
            <a:srgbClr val="667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0021A6-4C96-950C-FA0B-87E082D1E328}"/>
              </a:ext>
            </a:extLst>
          </p:cNvPr>
          <p:cNvSpPr/>
          <p:nvPr userDrawn="1"/>
        </p:nvSpPr>
        <p:spPr>
          <a:xfrm>
            <a:off x="8128003" y="3103130"/>
            <a:ext cx="4063998" cy="3754869"/>
          </a:xfrm>
          <a:prstGeom prst="rect">
            <a:avLst/>
          </a:prstGeom>
          <a:solidFill>
            <a:srgbClr val="334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99351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 userDrawn="1">
            <p:ph type="pic" sz="quarter" idx="27"/>
          </p:nvPr>
        </p:nvSpPr>
        <p:spPr>
          <a:xfrm>
            <a:off x="400052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55286C9-AC10-36B7-9594-8A2B11D0A799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4484969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1717C245-C3CF-0C9A-9342-8E443AF52F55}"/>
              </a:ext>
            </a:extLst>
          </p:cNvPr>
          <p:cNvSpPr>
            <a:spLocks noGrp="1"/>
          </p:cNvSpPr>
          <p:nvPr userDrawn="1">
            <p:ph type="pic" sz="quarter" idx="29"/>
          </p:nvPr>
        </p:nvSpPr>
        <p:spPr>
          <a:xfrm>
            <a:off x="4485668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AC4D9F00-EEB0-8559-1792-02DCCCE860EC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8502493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3" name="Picture Placeholder 23">
            <a:extLst>
              <a:ext uri="{FF2B5EF4-FFF2-40B4-BE49-F238E27FC236}">
                <a16:creationId xmlns:a16="http://schemas.microsoft.com/office/drawing/2014/main" id="{CFEF38E8-E8C8-C8C6-0DB9-181A38D498D0}"/>
              </a:ext>
            </a:extLst>
          </p:cNvPr>
          <p:cNvSpPr>
            <a:spLocks noGrp="1"/>
          </p:cNvSpPr>
          <p:nvPr userDrawn="1">
            <p:ph type="pic" sz="quarter" idx="31"/>
          </p:nvPr>
        </p:nvSpPr>
        <p:spPr>
          <a:xfrm>
            <a:off x="8503191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90B40DF-4697-86B3-7C46-E7A57FA9DB2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E87140-6B7A-20FF-7DE9-C4F58B7A9FE0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2D2531-8F33-1A2F-E5F6-DE15C4ADDC2E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99350" y="1476286"/>
            <a:ext cx="11408336" cy="89984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18E8FAF9-953A-BE39-C77A-DD08ED8AA68A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4377B519-904A-7D58-028D-848610D33257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3810000" y="6382512"/>
            <a:ext cx="45720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pic>
        <p:nvPicPr>
          <p:cNvPr id="6" name="Graphic 2">
            <a:extLst>
              <a:ext uri="{FF2B5EF4-FFF2-40B4-BE49-F238E27FC236}">
                <a16:creationId xmlns:a16="http://schemas.microsoft.com/office/drawing/2014/main" id="{0377766F-0D6A-0F54-93C1-77D5CBA1D5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010" t="-39954" r="-1989" b="-40026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34713A-18E8-4037-5946-08F866B5CE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8569" t="9035" r="9035" b="8569"/>
          <a:stretch>
            <a:fillRect/>
          </a:stretch>
        </p:blipFill>
        <p:spPr>
          <a:xfrm>
            <a:off x="9357334" y="6070482"/>
            <a:ext cx="882860" cy="62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56164"/>
      </p:ext>
    </p:extLst>
  </p:cSld>
  <p:clrMapOvr>
    <a:masterClrMapping/>
  </p:clrMapOvr>
  <p:transition spd="slow">
    <p:push dir="r"/>
  </p:transition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1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005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7435A72-10D4-E13F-E2E9-39A8603317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84788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B98C1FD5-50C4-9D44-D848-AD47F1D072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84788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F3BAD74-C1CF-E67E-45AF-03C20077EC0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87716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FBD355D-7BEF-9C2A-0BDE-A40EE1ED74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5382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6D8F0C-4D5F-DBEE-63B6-884BB7013E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6080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2C0FFC2A-FF55-C46A-F7FE-5E9C824432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37608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id="{B8697529-22AB-64ED-567A-757C29B63070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364446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AF2F9AA-04A7-ED08-805C-D2C3E26F77D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4448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3F06D6B-CD36-42CF-8815-3FF8AD5497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64446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B8F3DAD-89F6-40A8-BD2F-A791ECE20A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E17738-6020-D211-863B-93E98D6AB768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D4BC09-017E-9322-76FE-B25FD85CC55D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40B8B0B-B414-CD41-E15E-CEB947F55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9" name="Slide Number Placeholder 9">
            <a:extLst>
              <a:ext uri="{FF2B5EF4-FFF2-40B4-BE49-F238E27FC236}">
                <a16:creationId xmlns:a16="http://schemas.microsoft.com/office/drawing/2014/main" id="{099B58C4-5F9E-BFB3-C0D6-15D560C5033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651E8003-793B-3E39-D42C-A817C5DB7E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10903C9-1047-940C-07DB-6E91D46D1AFA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34" name="Picture 4">
              <a:extLst>
                <a:ext uri="{FF2B5EF4-FFF2-40B4-BE49-F238E27FC236}">
                  <a16:creationId xmlns:a16="http://schemas.microsoft.com/office/drawing/2014/main" id="{0E8CC163-B31A-9EF4-A56A-9E515B4C5D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35" name="Picture 4">
              <a:extLst>
                <a:ext uri="{FF2B5EF4-FFF2-40B4-BE49-F238E27FC236}">
                  <a16:creationId xmlns:a16="http://schemas.microsoft.com/office/drawing/2014/main" id="{3B972D39-F4F9-B43E-E3FC-2815A0FFD2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36" name="Picture 4">
              <a:extLst>
                <a:ext uri="{FF2B5EF4-FFF2-40B4-BE49-F238E27FC236}">
                  <a16:creationId xmlns:a16="http://schemas.microsoft.com/office/drawing/2014/main" id="{BE4116C5-1B5A-D2FA-E9B1-A8F0F87EB1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6869363"/>
      </p:ext>
    </p:extLst>
  </p:cSld>
  <p:clrMapOvr>
    <a:masterClrMapping/>
  </p:clrMapOvr>
  <p:transition spd="slow">
    <p:push dir="r"/>
  </p:transition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1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B98C1FD5-50C4-9D44-D848-AD47F1D072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3700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F3BAD74-C1CF-E67E-45AF-03C20077EC0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6628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FBD355D-7BEF-9C2A-0BDE-A40EE1ED74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24022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6D8F0C-4D5F-DBEE-63B6-884BB7013E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24720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AF2F9AA-04A7-ED08-805C-D2C3E26F77D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442270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3F06D6B-CD36-42CF-8815-3FF8AD5497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442270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4" name="Picture Placeholder 21">
            <a:extLst>
              <a:ext uri="{FF2B5EF4-FFF2-40B4-BE49-F238E27FC236}">
                <a16:creationId xmlns:a16="http://schemas.microsoft.com/office/drawing/2014/main" id="{9D77277B-E0B3-402E-83BC-03783DCE6A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6770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6C65BD8F-3C3F-4AC8-FD3A-5D43F8055E9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412891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21">
            <a:extLst>
              <a:ext uri="{FF2B5EF4-FFF2-40B4-BE49-F238E27FC236}">
                <a16:creationId xmlns:a16="http://schemas.microsoft.com/office/drawing/2014/main" id="{B946563E-2859-78DF-F01B-36319E566AF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418736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Picture Placeholder 21">
            <a:extLst>
              <a:ext uri="{FF2B5EF4-FFF2-40B4-BE49-F238E27FC236}">
                <a16:creationId xmlns:a16="http://schemas.microsoft.com/office/drawing/2014/main" id="{C879684E-B460-219E-A5CD-A0A967C2B8A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434311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D1BED77-EF94-E686-774C-5C5BD57752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C7D5C0-BDF8-5B5D-5B0F-9046DD650846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22F74FEF-1248-33B0-AB4B-6FE3F5D33FE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39CD22FF-B819-7922-A4F8-1FE7FAAE0EF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EB86B4E-9A05-7B3C-7CE5-7F6C730FE5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010" t="-39954" r="-1989" b="-40026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F26336-800E-5A7E-8664-C3DF4A595E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8569" t="9035" r="9035" b="8569"/>
          <a:stretch>
            <a:fillRect/>
          </a:stretch>
        </p:blipFill>
        <p:spPr>
          <a:xfrm>
            <a:off x="9357334" y="6070482"/>
            <a:ext cx="882860" cy="62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403535"/>
      </p:ext>
    </p:extLst>
  </p:cSld>
  <p:clrMapOvr>
    <a:masterClrMapping/>
  </p:clrMapOvr>
  <p:transition spd="slow">
    <p:push dir="r"/>
  </p:transition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BAD7BF-FFAD-D393-0023-18801993154F}"/>
              </a:ext>
            </a:extLst>
          </p:cNvPr>
          <p:cNvSpPr/>
          <p:nvPr userDrawn="1"/>
        </p:nvSpPr>
        <p:spPr>
          <a:xfrm>
            <a:off x="2" y="1634071"/>
            <a:ext cx="5927090" cy="5223928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7093" y="0"/>
            <a:ext cx="6264908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5149145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/>
          <p:nvPr userDrawn="1"/>
        </p:nvCxnSpPr>
        <p:spPr>
          <a:xfrm>
            <a:off x="399352" y="1201783"/>
            <a:ext cx="516656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0" y="1985626"/>
            <a:ext cx="516656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66560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8FE4E7D-0FE3-EE71-8A08-526B79D401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010" t="-39954" r="-1989" b="-40026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8CB9279E-1E6A-7D0A-5EAA-EA86679E8F6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E20F977A-E225-81EC-67A3-57436B1F23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387183772"/>
      </p:ext>
    </p:extLst>
  </p:cSld>
  <p:clrMapOvr>
    <a:masterClrMapping/>
  </p:clrMapOvr>
  <p:transition spd="slow">
    <p:push dir="r"/>
  </p:transition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236D08-2AB2-BC80-56FE-DB43CC17F482}"/>
              </a:ext>
            </a:extLst>
          </p:cNvPr>
          <p:cNvSpPr/>
          <p:nvPr userDrawn="1"/>
        </p:nvSpPr>
        <p:spPr>
          <a:xfrm>
            <a:off x="8547652" y="-1"/>
            <a:ext cx="3660974" cy="6857999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7815D7BE-CB95-E5F8-442A-B133E97300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5097" y="1971512"/>
            <a:ext cx="2898155" cy="1632760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3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pullquote or key message from </a:t>
            </a:r>
            <a:br>
              <a:rPr lang="en-US"/>
            </a:br>
            <a:r>
              <a:rPr lang="en-US"/>
              <a:t>the main content</a:t>
            </a:r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25F643D-73EC-C6E9-4703-6CE73188F2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551E874-811B-AA4D-4829-C5351316E2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0167B789-D854-0028-A268-ECCE8653F8F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7FAEC16B-969E-5A97-9E9F-A56BDB52F9D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66834693"/>
      </p:ext>
    </p:extLst>
  </p:cSld>
  <p:clrMapOvr>
    <a:masterClrMapping/>
  </p:clrMapOvr>
  <p:transition spd="slow">
    <p:push dir="r"/>
  </p:transition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49" y="1985626"/>
            <a:ext cx="1140833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11408334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E6AA2CE-A2FC-AFDC-F1D0-72DB3D659F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8C072E1-0A30-5829-D2C6-41755FE9AE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5D3A06A2-BA73-3A87-34CE-EC8C3A2EB7BC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BF741D41-07CC-5276-2CF5-CC2C418577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225358303"/>
      </p:ext>
    </p:extLst>
  </p:cSld>
  <p:clrMapOvr>
    <a:masterClrMapping/>
  </p:clrMapOvr>
  <p:transition spd="slow">
    <p:push dir="r"/>
  </p:transition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5E9FF38B-26C9-21A5-0403-142FB6E960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1186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580F3A2-48C1-7E56-952B-8614FE8F19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1184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E35228-F5E0-CD25-9531-E418FCD84A12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710FFA09-D800-BD94-47F0-451363675E99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7AA8E5C3-3722-70EB-CD40-136A92810C2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00" y="6382512"/>
            <a:ext cx="45720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pic>
        <p:nvPicPr>
          <p:cNvPr id="10" name="Graphic 2">
            <a:extLst>
              <a:ext uri="{FF2B5EF4-FFF2-40B4-BE49-F238E27FC236}">
                <a16:creationId xmlns:a16="http://schemas.microsoft.com/office/drawing/2014/main" id="{2377DB3A-D333-7B77-B55F-9F71387383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010" t="-39954" r="-1989" b="-40026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521548"/>
      </p:ext>
    </p:extLst>
  </p:cSld>
  <p:clrMapOvr>
    <a:masterClrMapping/>
  </p:clrMapOvr>
  <p:transition spd="slow">
    <p:push dir="r"/>
  </p:transition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663BC1-6397-8B4A-5074-E6256EF37193}"/>
              </a:ext>
            </a:extLst>
          </p:cNvPr>
          <p:cNvSpPr/>
          <p:nvPr userDrawn="1"/>
        </p:nvSpPr>
        <p:spPr>
          <a:xfrm>
            <a:off x="3" y="1"/>
            <a:ext cx="6095998" cy="2276264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Picture Placeholder 21">
            <a:extLst>
              <a:ext uri="{FF2B5EF4-FFF2-40B4-BE49-F238E27FC236}">
                <a16:creationId xmlns:a16="http://schemas.microsoft.com/office/drawing/2014/main" id="{88A8C8D7-CBA5-DE81-8D09-C17E4CE5CE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"/>
            <a:ext cx="6096000" cy="227626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525445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0062" y="2697273"/>
            <a:ext cx="8310393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60063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1" y="1201783"/>
            <a:ext cx="527187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3A5B597-3CE5-808E-88ED-32B81855078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593" y="2697273"/>
            <a:ext cx="2211420" cy="3158779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introduction text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30A6163-E535-F0DD-51A4-FCEA5F181F65}"/>
              </a:ext>
            </a:extLst>
          </p:cNvPr>
          <p:cNvCxnSpPr/>
          <p:nvPr userDrawn="1"/>
        </p:nvCxnSpPr>
        <p:spPr>
          <a:xfrm flipH="1" flipV="1">
            <a:off x="2924784" y="2697273"/>
            <a:ext cx="0" cy="3158779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A1C510F2-24E7-24AB-939B-7D2DFD7624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50332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BC40CDC5-EFCA-E051-084E-6514E9D0A4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00149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E2EB7B48-6FAD-B363-1485-9A4AAB96B50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90417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44531745-4B37-5FE0-17B1-0FA05A3B11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749962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67F6C9A-4136-E12C-5261-A1C700B3B2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40230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A8D3FC3-CCAA-EC69-30E5-4BB46ADBD8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09501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CC7149E6-BE60-C980-CCD9-2ECBAE03D2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99772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6D7C73-DD5B-86E4-DDA4-95880F7DB3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04DAC75D-08CC-938B-D738-69476C3C258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B2F37249-AC68-7B5A-4362-3E6DB9B9D02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9FD03A6-9C3A-E610-1E57-21CAFFED0820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26" name="Picture 4">
              <a:extLst>
                <a:ext uri="{FF2B5EF4-FFF2-40B4-BE49-F238E27FC236}">
                  <a16:creationId xmlns:a16="http://schemas.microsoft.com/office/drawing/2014/main" id="{509B0EDA-9342-C8D8-AA53-864AFC0873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27" name="Picture 4">
              <a:extLst>
                <a:ext uri="{FF2B5EF4-FFF2-40B4-BE49-F238E27FC236}">
                  <a16:creationId xmlns:a16="http://schemas.microsoft.com/office/drawing/2014/main" id="{B790E11A-BCA8-55AE-3958-F03A8A558B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8" name="Picture 4">
              <a:extLst>
                <a:ext uri="{FF2B5EF4-FFF2-40B4-BE49-F238E27FC236}">
                  <a16:creationId xmlns:a16="http://schemas.microsoft.com/office/drawing/2014/main" id="{263ACCED-A8BB-0B54-CC9F-49F5454E72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4516557"/>
      </p:ext>
    </p:extLst>
  </p:cSld>
  <p:clrMapOvr>
    <a:masterClrMapping/>
  </p:clrMapOvr>
  <p:transition spd="slow">
    <p:push dir="r"/>
  </p:transition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D6FFBE-BC2A-36ED-5F25-1C8F30D256A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788169496"/>
              </p:ext>
            </p:extLst>
          </p:nvPr>
        </p:nvGraphicFramePr>
        <p:xfrm>
          <a:off x="416768" y="2539856"/>
          <a:ext cx="11384281" cy="6299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1">
                  <a:extLst>
                    <a:ext uri="{9D8B030D-6E8A-4147-A177-3AD203B41FA5}">
                      <a16:colId xmlns:a16="http://schemas.microsoft.com/office/drawing/2014/main" val="1382175687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47031374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59890768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3771841006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999870903"/>
                    </a:ext>
                  </a:extLst>
                </a:gridCol>
              </a:tblGrid>
              <a:tr h="756068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E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FFFFFF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la tabla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E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264458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751582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921312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550155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37107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Encabezado de texto</a:t>
                      </a:r>
                      <a:br>
                        <a:rPr sz="1200"/>
                      </a:br>
                      <a:r>
                        <a:rPr lang="es-US" sz="1200" b="1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de la tabla aquí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A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Texto del cuerpo de la tabla ocupa aquí</a:t>
                      </a:r>
                      <a:br>
                        <a:rPr sz="1000"/>
                      </a:br>
                      <a:r>
                        <a:rPr lang="es-US" sz="1000" b="0" i="0" u="none" strike="noStrike" cap="none" baseline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prstClr val="black">
                                <a:alpha val="0"/>
                              </a:prstClr>
                            </a:solidFill>
                          </a:uFill>
                          <a:latin typeface="Lato"/>
                          <a:ea typeface="Lato"/>
                          <a:cs typeface="Lato"/>
                        </a:rPr>
                        <a:t>dos o tres líneas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98272"/>
                  </a:ext>
                </a:extLst>
              </a:tr>
            </a:tbl>
          </a:graphicData>
        </a:graphic>
      </p:graphicFrame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1C928EE-C260-7F4E-5426-07601FF060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6768" y="1985626"/>
            <a:ext cx="5136747" cy="428236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7950C4E-C6FA-4CB3-E24D-57AE965EFB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5E034CF4-AD8B-FDD1-855D-B44ED30EF65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1D174A41-FECF-50DD-7B57-365B8B94C2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BDE9F4B-2D8B-67FA-88DF-B3A0F89D9343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23" name="Picture 4">
              <a:extLst>
                <a:ext uri="{FF2B5EF4-FFF2-40B4-BE49-F238E27FC236}">
                  <a16:creationId xmlns:a16="http://schemas.microsoft.com/office/drawing/2014/main" id="{EDF66E36-91DF-421D-AD46-458CD42016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24" name="Picture 4">
              <a:extLst>
                <a:ext uri="{FF2B5EF4-FFF2-40B4-BE49-F238E27FC236}">
                  <a16:creationId xmlns:a16="http://schemas.microsoft.com/office/drawing/2014/main" id="{54C99ABB-5B2A-39E9-F6D3-7E282B84CB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25" name="Picture 4">
              <a:extLst>
                <a:ext uri="{FF2B5EF4-FFF2-40B4-BE49-F238E27FC236}">
                  <a16:creationId xmlns:a16="http://schemas.microsoft.com/office/drawing/2014/main" id="{10E63A18-E8DA-D149-60D2-8089CDE742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6021523"/>
      </p:ext>
    </p:extLst>
  </p:cSld>
  <p:clrMapOvr>
    <a:masterClrMapping/>
  </p:clrMapOvr>
  <p:transition spd="slow">
    <p:push dir="r"/>
  </p:transition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phs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CBDBB2E6-5C51-2EC2-3138-07D9FE924D1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155488004"/>
              </p:ext>
            </p:extLst>
          </p:nvPr>
        </p:nvGraphicFramePr>
        <p:xfrm>
          <a:off x="3694086" y="1808517"/>
          <a:ext cx="4516571" cy="3749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E1051591-71B9-688F-6FA0-79EB92B551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2742684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chart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3EC3C4-10BD-5A61-95F7-FA82FD084A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2765576"/>
            <a:ext cx="2742684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graphicFrame>
        <p:nvGraphicFramePr>
          <p:cNvPr id="12" name="Content Placeholder 15">
            <a:extLst>
              <a:ext uri="{FF2B5EF4-FFF2-40B4-BE49-F238E27FC236}">
                <a16:creationId xmlns:a16="http://schemas.microsoft.com/office/drawing/2014/main" id="{C7378800-8B46-7964-7406-2613E27DDD4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54288936"/>
              </p:ext>
            </p:extLst>
          </p:nvPr>
        </p:nvGraphicFramePr>
        <p:xfrm>
          <a:off x="7958356" y="1808517"/>
          <a:ext cx="4516571" cy="3749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Graphic 2">
            <a:extLst>
              <a:ext uri="{FF2B5EF4-FFF2-40B4-BE49-F238E27FC236}">
                <a16:creationId xmlns:a16="http://schemas.microsoft.com/office/drawing/2014/main" id="{8982F07B-026B-3168-C5CB-A51ED1239D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2EB80E90-BF19-82E2-C657-F52C75B8BDB1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72B610C-6908-98D0-2F2E-0595A913C5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A0FAF2D-9EDB-77C5-B54F-03208E77CC61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2282479A-5E5F-AC66-CE9A-85072FD32B7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958A2F70-CA59-E9B0-55F1-12B583AEFB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4" name="Picture 4">
              <a:extLst>
                <a:ext uri="{FF2B5EF4-FFF2-40B4-BE49-F238E27FC236}">
                  <a16:creationId xmlns:a16="http://schemas.microsoft.com/office/drawing/2014/main" id="{CDE74929-108E-BCCA-C910-EA62FC80E2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6313197"/>
      </p:ext>
    </p:extLst>
  </p:cSld>
  <p:clrMapOvr>
    <a:masterClrMapping/>
  </p:clrMapOvr>
  <p:transition spd="slow">
    <p:push dir="r"/>
  </p:transition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phs: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15">
            <a:extLst>
              <a:ext uri="{FF2B5EF4-FFF2-40B4-BE49-F238E27FC236}">
                <a16:creationId xmlns:a16="http://schemas.microsoft.com/office/drawing/2014/main" id="{900C6176-281D-040E-1AC5-1F0A52BCD82A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374328456"/>
              </p:ext>
            </p:extLst>
          </p:nvPr>
        </p:nvGraphicFramePr>
        <p:xfrm>
          <a:off x="379896" y="2760373"/>
          <a:ext cx="4836283" cy="3109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A4A966-6BCB-7502-0C0E-12359B0086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1985626"/>
            <a:ext cx="266678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chart heading</a:t>
            </a:r>
          </a:p>
        </p:txBody>
      </p:sp>
      <p:graphicFrame>
        <p:nvGraphicFramePr>
          <p:cNvPr id="14" name="Content Placeholder 15">
            <a:extLst>
              <a:ext uri="{FF2B5EF4-FFF2-40B4-BE49-F238E27FC236}">
                <a16:creationId xmlns:a16="http://schemas.microsoft.com/office/drawing/2014/main" id="{5F87157A-05AF-A643-660D-6BFCDEF59AD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704437825"/>
              </p:ext>
            </p:extLst>
          </p:nvPr>
        </p:nvGraphicFramePr>
        <p:xfrm>
          <a:off x="6634785" y="2760373"/>
          <a:ext cx="4836283" cy="3109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B94EF1-3173-5FE1-C03C-A2EEE38410A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14800" y="2042758"/>
            <a:ext cx="1166802" cy="95341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Color 1 heading</a:t>
            </a:r>
          </a:p>
          <a:p>
            <a:pPr lvl="0"/>
            <a:r>
              <a:rPr lang="en-US"/>
              <a:t>Color 2 heading</a:t>
            </a:r>
          </a:p>
          <a:p>
            <a:pPr lvl="0"/>
            <a:r>
              <a:rPr lang="en-US"/>
              <a:t>Color 3 heading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D0375A-1177-53D4-89F2-F5FC715641E0}"/>
              </a:ext>
            </a:extLst>
          </p:cNvPr>
          <p:cNvSpPr/>
          <p:nvPr userDrawn="1"/>
        </p:nvSpPr>
        <p:spPr>
          <a:xfrm>
            <a:off x="3884292" y="2082985"/>
            <a:ext cx="155643" cy="155642"/>
          </a:xfrm>
          <a:prstGeom prst="rect">
            <a:avLst/>
          </a:prstGeom>
          <a:solidFill>
            <a:srgbClr val="000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2BDBF7-6312-5C2E-5208-3BC8D7347779}"/>
              </a:ext>
            </a:extLst>
          </p:cNvPr>
          <p:cNvSpPr/>
          <p:nvPr userDrawn="1"/>
        </p:nvSpPr>
        <p:spPr>
          <a:xfrm>
            <a:off x="3884292" y="2345632"/>
            <a:ext cx="155643" cy="15564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51BF7B-E5B7-064E-1596-09C884E07B5D}"/>
              </a:ext>
            </a:extLst>
          </p:cNvPr>
          <p:cNvSpPr/>
          <p:nvPr userDrawn="1"/>
        </p:nvSpPr>
        <p:spPr>
          <a:xfrm>
            <a:off x="3884292" y="2618008"/>
            <a:ext cx="155643" cy="155642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12020BB6-B349-9AC3-9B9E-7B4647B21DD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44515" y="1985626"/>
            <a:ext cx="266678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chart heading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916EC0C0-3340-116E-2A9E-C5F9EF55B9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359963" y="2042758"/>
            <a:ext cx="1166802" cy="95341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Color 1 heading</a:t>
            </a:r>
          </a:p>
          <a:p>
            <a:pPr lvl="0"/>
            <a:r>
              <a:rPr lang="en-US"/>
              <a:t>Color 2 heading</a:t>
            </a:r>
          </a:p>
          <a:p>
            <a:pPr lvl="0"/>
            <a:r>
              <a:rPr lang="en-US"/>
              <a:t>Color 3 heading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0E2BA2-5FEA-09A0-C114-B2B3FBA234CA}"/>
              </a:ext>
            </a:extLst>
          </p:cNvPr>
          <p:cNvSpPr/>
          <p:nvPr userDrawn="1"/>
        </p:nvSpPr>
        <p:spPr>
          <a:xfrm>
            <a:off x="10129455" y="2082985"/>
            <a:ext cx="155643" cy="155642"/>
          </a:xfrm>
          <a:prstGeom prst="rect">
            <a:avLst/>
          </a:prstGeom>
          <a:solidFill>
            <a:srgbClr val="000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98302C-FFC3-E197-29E7-7398CEAA1203}"/>
              </a:ext>
            </a:extLst>
          </p:cNvPr>
          <p:cNvSpPr/>
          <p:nvPr userDrawn="1"/>
        </p:nvSpPr>
        <p:spPr>
          <a:xfrm>
            <a:off x="10129455" y="2345632"/>
            <a:ext cx="155643" cy="15564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7EE772-E0F3-CFA8-41DA-667F14BCFAFB}"/>
              </a:ext>
            </a:extLst>
          </p:cNvPr>
          <p:cNvSpPr/>
          <p:nvPr userDrawn="1"/>
        </p:nvSpPr>
        <p:spPr>
          <a:xfrm>
            <a:off x="10129455" y="2618008"/>
            <a:ext cx="155643" cy="155642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8646D92-4835-3882-06B3-1AEB55DC04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00DF300C-9EC7-0EFD-1D87-F78F01EA1A24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D10809F-3CA4-D9B0-A3E5-C7EC9267C0D4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E3F6C7A8-FCE2-4682-4E39-3A3CDDF68B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C3A3CE14-C6F0-E584-4C17-BEE9D93593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613DFF77-1DD5-9682-46CD-BD65E64A65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14EAEBF-05F1-5853-E8C3-B915FB3FC19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/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700457286"/>
      </p:ext>
    </p:extLst>
  </p:cSld>
  <p:clrMapOvr>
    <a:masterClrMapping/>
  </p:clrMapOvr>
  <p:transition spd="slow">
    <p:push dir="r"/>
  </p:transition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318649"/>
            <a:ext cx="11443061" cy="300153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2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470" y="5053606"/>
            <a:ext cx="11443061" cy="505097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to lead on from stat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3074C10A-BAE0-2952-5D39-DFEE103B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11418180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D3F123B-979E-A246-B96A-67D57FA19A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A4243A8-5019-0BAE-5DFE-B1C8DE7DB6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0ECF6554-520C-04D8-83C0-012FF4306F42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AAC50592-42EC-C920-2ADC-922CCDA24FC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890042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r"/>
  </p:transition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arge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349" y="2318649"/>
            <a:ext cx="5696651" cy="1492099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1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49" y="3825952"/>
            <a:ext cx="5696651" cy="173996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</a:t>
            </a:r>
            <a:br>
              <a:rPr lang="en-US"/>
            </a:br>
            <a:r>
              <a:rPr lang="en-US"/>
              <a:t>to lead on from stat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3074C10A-BAE0-2952-5D39-DFEE103B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2" y="1979362"/>
            <a:ext cx="5696649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3DA9141-2FA0-43D2-4FF0-085F5BE123F2}"/>
              </a:ext>
            </a:extLst>
          </p:cNvPr>
          <p:cNvCxnSpPr/>
          <p:nvPr userDrawn="1"/>
        </p:nvCxnSpPr>
        <p:spPr>
          <a:xfrm flipH="1">
            <a:off x="6096000" y="1972147"/>
            <a:ext cx="0" cy="3586556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6BFAC21-0655-5E09-7BA6-05EE94A866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17226" y="2318649"/>
            <a:ext cx="5690462" cy="150730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1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DB3E8F37-65C2-1141-F298-5649C3B781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17226" y="1979362"/>
            <a:ext cx="5690462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BF0EBAF0-E764-491A-37FC-B9972C5C30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17224" y="3825952"/>
            <a:ext cx="5690462" cy="173996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</a:t>
            </a:r>
            <a:br>
              <a:rPr lang="en-US"/>
            </a:br>
            <a:r>
              <a:rPr lang="en-US"/>
              <a:t>to lead on from stat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2107D50-58EE-71C7-EC95-F2124636D5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62597A6-FF3C-D1E7-D184-45A58122AD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E5252BCE-E6FB-D93B-08BD-94D456AFFA2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7C6EA471-A56A-7728-24A3-90979412DBA2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92B6A64-3F6D-EA4B-99C4-CD431570899C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1049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r"/>
  </p:transition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Large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351" y="1667336"/>
            <a:ext cx="3398926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XX,XXX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/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261E9CF2-DF8C-F184-044A-E7418E7523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9351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5CE0D850-00A2-2869-6ABC-3AB860E4BC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1801" y="1667336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F7290E6-C2F2-E204-09A6-52BAEF5807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03134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3659DF3-0D55-D08D-A094-457DA09A13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5586" y="1667336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$XX,XXX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886AD954-8CD2-030A-36CF-B8A5E782F0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06919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9AF6072-6784-77CC-FD7D-F9383D98D8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9351" y="4023675"/>
            <a:ext cx="3398926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310162A-17E1-6A87-538F-1E98AB50F10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9351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9AF0DEF-DC09-7313-18A4-D7030A9873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21801" y="4023675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XX,XXX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1F2556C-43F7-F306-BE95-1C7ED8D60F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03134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65786BF-46E1-48A1-88CF-122C298516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25586" y="4023675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27F10C66-CE06-829D-AEA0-6B01BE82A60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06919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5E0300-0034-C452-6D4B-7AB84A7805CA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99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BDFCB9E-1427-ADAA-03A5-025AA025E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7F1F4C1C-653D-E7E3-38F7-FD2012F49353}"/>
              </a:ext>
            </a:extLst>
          </p:cNvPr>
          <p:cNvSpPr txBox="1"/>
          <p:nvPr userDrawn="1"/>
        </p:nvSpPr>
        <p:spPr>
          <a:xfrm>
            <a:off x="11163299" y="6382750"/>
            <a:ext cx="631826" cy="172800"/>
          </a:xfrm>
          <a:prstGeom prst="rect">
            <a:avLst/>
          </a:prstGeom>
        </p:spPr>
        <p:txBody>
          <a:bodyPr vert="horz" wrap="square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2B6A64-3F6D-EA4B-99C4-CD431570899C}" type="slidenum">
              <a:rPr lang="en-GB" sz="800" smtClean="0">
                <a:solidFill>
                  <a:srgbClr val="000000"/>
                </a:solidFill>
                <a:latin typeface="Lato"/>
              </a:rPr>
              <a:t>‹#›</a:t>
            </a:fld>
            <a:endParaRPr lang="en-GB" sz="800">
              <a:solidFill>
                <a:srgbClr val="000000"/>
              </a:solidFill>
              <a:latin typeface="Lato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BEC30A4-E0C7-7AC2-E188-4CDD207ABE9D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283F59CB-9511-1BA4-816F-4A1EFD7A000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14" name="Picture 4">
              <a:extLst>
                <a:ext uri="{FF2B5EF4-FFF2-40B4-BE49-F238E27FC236}">
                  <a16:creationId xmlns:a16="http://schemas.microsoft.com/office/drawing/2014/main" id="{CAC73796-6332-2692-546F-0DC4219766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17" name="Picture 4">
              <a:extLst>
                <a:ext uri="{FF2B5EF4-FFF2-40B4-BE49-F238E27FC236}">
                  <a16:creationId xmlns:a16="http://schemas.microsoft.com/office/drawing/2014/main" id="{AE44A76F-B6FD-7905-4C80-1F77DC4C10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5D9397CC-CA53-11EB-E8CF-435A4BD40B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41649" y="6382512"/>
            <a:ext cx="4114800" cy="17303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>
                <a:solidFill>
                  <a:srgbClr val="000000"/>
                </a:solidFill>
                <a:latin typeface="Lato"/>
              </a:rPr>
              <a:t>&lt;Presentation title&gt;  |  &lt;YYYY&gt;  |  Combined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027081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r"/>
  </p:transition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Question mark boxes">
            <a:extLst>
              <a:ext uri="{FF2B5EF4-FFF2-40B4-BE49-F238E27FC236}">
                <a16:creationId xmlns:a16="http://schemas.microsoft.com/office/drawing/2014/main" id="{A67F9B00-7B0C-4D24-04C2-38E1896DA0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227" y="0"/>
            <a:ext cx="12191550" cy="6858000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321853"/>
            <a:ext cx="11443061" cy="2214297"/>
          </a:xfrm>
          <a:prstGeom prst="rect">
            <a:avLst/>
          </a:prstGeom>
        </p:spPr>
        <p:txBody>
          <a:bodyPr wrap="square" lIns="0" anchor="ctr">
            <a:noAutofit/>
          </a:bodyPr>
          <a:lstStyle>
            <a:lvl1pPr marL="0" indent="0" algn="ctr">
              <a:buNone/>
              <a:defRPr sz="54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Questions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8401B9-05E9-23EF-1A44-F95A78DD0CC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8257" r="8257"/>
          <a:stretch/>
        </p:blipFill>
        <p:spPr>
          <a:xfrm>
            <a:off x="237744" y="5971033"/>
            <a:ext cx="1898354" cy="830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85811D-8C33-7B01-8787-B5BD7EEE56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3114" t="3142" r="11497" b="21469"/>
          <a:stretch>
            <a:fillRect/>
          </a:stretch>
        </p:blipFill>
        <p:spPr>
          <a:xfrm>
            <a:off x="9344622" y="6073186"/>
            <a:ext cx="885868" cy="6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596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r"/>
  </p:transition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0542382" cy="1027499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end slide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3595044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 here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3" name="Picture 2" descr="A black and blue rectangle with a black background&#10;&#10;AI-generated content may be incorrect.">
            <a:extLst>
              <a:ext uri="{FF2B5EF4-FFF2-40B4-BE49-F238E27FC236}">
                <a16:creationId xmlns:a16="http://schemas.microsoft.com/office/drawing/2014/main" id="{40483CA1-7DDE-6582-B6A1-80F351408A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0ECC">
                <a:tint val="45000"/>
                <a:satMod val="400000"/>
              </a:srgbClr>
            </a:duotone>
          </a:blip>
          <a:srcRect t="-1861" r="1460" b="73325"/>
          <a:stretch>
            <a:fillRect/>
          </a:stretch>
        </p:blipFill>
        <p:spPr>
          <a:xfrm>
            <a:off x="293938" y="5022377"/>
            <a:ext cx="11898062" cy="1835624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41048BA-84EB-0E0D-ECF1-F2A7B66E4D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0C181E3-CBBF-47DC-1551-C6F46AE183BD}"/>
              </a:ext>
            </a:extLst>
          </p:cNvPr>
          <p:cNvGrpSpPr/>
          <p:nvPr userDrawn="1"/>
        </p:nvGrpSpPr>
        <p:grpSpPr>
          <a:xfrm>
            <a:off x="9274738" y="6032318"/>
            <a:ext cx="1049404" cy="625178"/>
            <a:chOff x="9274738" y="6032318"/>
            <a:chExt cx="1049404" cy="625178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0D5CAE1D-D66B-8D56-9141-14564CF9C8F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74738" y="6032318"/>
              <a:ext cx="1049404" cy="625178"/>
            </a:xfrm>
            <a:prstGeom prst="rect">
              <a:avLst/>
            </a:prstGeom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BBE4F4A7-1B4E-CC88-E30B-27642BD0CC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70257"/>
            <a:stretch>
              <a:fillRect/>
            </a:stretch>
          </p:blipFill>
          <p:spPr>
            <a:xfrm>
              <a:off x="9274738" y="6468581"/>
              <a:ext cx="1049404" cy="185948"/>
            </a:xfrm>
            <a:prstGeom prst="rect">
              <a:avLst/>
            </a:prstGeom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81C28844-B87B-E8D7-8FB9-F70A376B2B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9274738" y="6196695"/>
              <a:ext cx="1049404" cy="14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6463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r"/>
  </p:transition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/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698171"/>
            <a:ext cx="11443061" cy="221429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pullquote </a:t>
            </a:r>
            <a:br>
              <a:rPr lang="en-US"/>
            </a:br>
            <a:r>
              <a:rPr lang="en-US"/>
              <a:t>or key message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C396BA70-4D20-197B-ABFC-4C68EB70A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11418180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NAME AND JOB TITLE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4E2D77B-1861-F772-A2AD-6B67B4A3A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74061" y="6032939"/>
            <a:ext cx="1049404" cy="6243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B6D92BE-3D96-2B6D-5AA9-4F2B635B0D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700" t="29209" r="27685" b="29209"/>
          <a:stretch>
            <a:fillRect/>
          </a:stretch>
        </p:blipFill>
        <p:spPr>
          <a:xfrm>
            <a:off x="238555" y="5967592"/>
            <a:ext cx="1898354" cy="8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23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r"/>
  </p:transition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5303525"/>
            <a:ext cx="11526757" cy="387412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legal information heading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6B2EA81A-B50D-A42E-E792-55767F9AC7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3941" y="5690938"/>
            <a:ext cx="11526757" cy="907717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12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legal information body copy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9FD944F-EBAF-4BB6-D280-C5A8787F87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9862" t="29209" r="27685" b="29209"/>
          <a:stretch>
            <a:fillRect/>
          </a:stretch>
        </p:blipFill>
        <p:spPr>
          <a:xfrm>
            <a:off x="298523" y="102290"/>
            <a:ext cx="2216078" cy="99566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9D317FF-78BC-3405-8748-64F027DD1919}"/>
              </a:ext>
            </a:extLst>
          </p:cNvPr>
          <p:cNvGrpSpPr/>
          <p:nvPr userDrawn="1"/>
        </p:nvGrpSpPr>
        <p:grpSpPr>
          <a:xfrm>
            <a:off x="10742834" y="277527"/>
            <a:ext cx="1133856" cy="675490"/>
            <a:chOff x="10742833" y="277526"/>
            <a:chExt cx="1133856" cy="675490"/>
          </a:xfrm>
        </p:grpSpPr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6FD0F421-6BDE-4CA2-4DBE-C63E3209CB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42833" y="277526"/>
              <a:ext cx="1133856" cy="675490"/>
            </a:xfrm>
            <a:prstGeom prst="rect">
              <a:avLst/>
            </a:prstGeom>
          </p:spPr>
        </p:pic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3CA37707-33C2-B3F5-07D7-4B956589802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70257"/>
            <a:stretch>
              <a:fillRect/>
            </a:stretch>
          </p:blipFill>
          <p:spPr>
            <a:xfrm>
              <a:off x="10742833" y="751279"/>
              <a:ext cx="1133856" cy="200912"/>
            </a:xfrm>
            <a:prstGeom prst="rect">
              <a:avLst/>
            </a:prstGeom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5410D31F-73D8-98AF-CC1E-0B2589F241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26767" b="49344"/>
            <a:stretch>
              <a:fillRect/>
            </a:stretch>
          </p:blipFill>
          <p:spPr>
            <a:xfrm>
              <a:off x="10742833" y="457512"/>
              <a:ext cx="1133856" cy="1613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0272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r"/>
  </p:transition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5527740" cy="1609821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0" y="4425219"/>
            <a:ext cx="5527740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5527740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C3C818F-587E-CA93-6C9A-D0ED2BFF14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7001962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7B2C1F-4CE0-F1B6-5556-EC994B038C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0158" y="352504"/>
            <a:ext cx="2386361" cy="597226"/>
          </a:xfrm>
          <a:prstGeom prst="rect">
            <a:avLst/>
          </a:prstGeom>
          <a:solidFill>
            <a:srgbClr val="4BCCE5"/>
          </a:solidFill>
        </p:spPr>
      </p:pic>
    </p:spTree>
    <p:extLst>
      <p:ext uri="{BB962C8B-B14F-4D97-AF65-F5344CB8AC3E}">
        <p14:creationId xmlns:p14="http://schemas.microsoft.com/office/powerpoint/2010/main" val="1430381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1526759" cy="1609821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19"/>
            <a:ext cx="11526757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39" y="1980404"/>
            <a:ext cx="11526757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5" name="Graphic 3">
            <a:extLst>
              <a:ext uri="{FF2B5EF4-FFF2-40B4-BE49-F238E27FC236}">
                <a16:creationId xmlns:a16="http://schemas.microsoft.com/office/drawing/2014/main" id="{2C732258-81FC-C7AF-6733-929BF60D3D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168680" y="192133"/>
            <a:ext cx="2393900" cy="86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51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2567544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title over 2 lines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20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D895319-D5A0-5DA2-7474-9D3AE1DC1C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168680" y="192133"/>
            <a:ext cx="2393900" cy="86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63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4425220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99978693-06C5-3C60-0FBD-5BF20451CD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2567544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title over 2 lines</a:t>
            </a:r>
          </a:p>
        </p:txBody>
      </p:sp>
      <p:pic>
        <p:nvPicPr>
          <p:cNvPr id="10" name="Graphic 3">
            <a:extLst>
              <a:ext uri="{FF2B5EF4-FFF2-40B4-BE49-F238E27FC236}">
                <a16:creationId xmlns:a16="http://schemas.microsoft.com/office/drawing/2014/main" id="{6102D317-EE8D-8FA2-8F60-7B319A5C0D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168680" y="192133"/>
            <a:ext cx="2393900" cy="86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299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3B3F1EA6-A386-AF1F-80AF-2A894C6CE145}"/>
              </a:ext>
            </a:extLst>
          </p:cNvPr>
          <p:cNvSpPr/>
          <p:nvPr userDrawn="1"/>
        </p:nvSpPr>
        <p:spPr>
          <a:xfrm>
            <a:off x="1" y="2524837"/>
            <a:ext cx="11321143" cy="4327815"/>
          </a:xfrm>
          <a:prstGeom prst="round1Rect">
            <a:avLst>
              <a:gd name="adj" fmla="val 8642"/>
            </a:avLst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1" y="3877730"/>
            <a:ext cx="7454398" cy="160982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5735407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3290590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7" name="Graphic 3">
            <a:extLst>
              <a:ext uri="{FF2B5EF4-FFF2-40B4-BE49-F238E27FC236}">
                <a16:creationId xmlns:a16="http://schemas.microsoft.com/office/drawing/2014/main" id="{69D52C7B-4825-9BD0-14D8-DDA61111C8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168680" y="192133"/>
            <a:ext cx="2393900" cy="86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85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0542382" cy="1027499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3595044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7" name="Graphic 3">
            <a:extLst>
              <a:ext uri="{FF2B5EF4-FFF2-40B4-BE49-F238E27FC236}">
                <a16:creationId xmlns:a16="http://schemas.microsoft.com/office/drawing/2014/main" id="{687F1B64-14A8-1DC1-E8B1-7E174E6644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168680" y="192133"/>
            <a:ext cx="2393900" cy="86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642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11373556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agenda/contents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19556"/>
            <a:ext cx="4391662" cy="3262039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 point 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agenda point 2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agenda point 3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agenda point 4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agenda point 5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agenda point 6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agenda point 7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agenda point 8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858C299-F306-D099-543A-DD1BC6D7EB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>
            <a:cxnSpLocks/>
          </p:cNvCxnSpPr>
          <p:nvPr userDrawn="1"/>
        </p:nvCxnSpPr>
        <p:spPr>
          <a:xfrm>
            <a:off x="399351" y="1201783"/>
            <a:ext cx="1139097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560BF24-F24F-03C4-143B-8B5F7160A5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87712" y="1919557"/>
            <a:ext cx="2213276" cy="326203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  <a:p>
            <a:pPr lvl="0"/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XX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XX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0106AE96-7AD5-231D-6474-0BAB1A5A83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pic>
        <p:nvPicPr>
          <p:cNvPr id="10" name="Graphic 3">
            <a:extLst>
              <a:ext uri="{FF2B5EF4-FFF2-40B4-BE49-F238E27FC236}">
                <a16:creationId xmlns:a16="http://schemas.microsoft.com/office/drawing/2014/main" id="{403E6171-9BA5-1391-CBA5-CD014D40A4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461592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 Single Corner Rectangle 14">
            <a:extLst>
              <a:ext uri="{FF2B5EF4-FFF2-40B4-BE49-F238E27FC236}">
                <a16:creationId xmlns:a16="http://schemas.microsoft.com/office/drawing/2014/main" id="{79951BE3-C64C-96DE-F492-05642CACBA63}"/>
              </a:ext>
            </a:extLst>
          </p:cNvPr>
          <p:cNvSpPr/>
          <p:nvPr userDrawn="1"/>
        </p:nvSpPr>
        <p:spPr>
          <a:xfrm>
            <a:off x="1" y="3358154"/>
            <a:ext cx="11321143" cy="3499846"/>
          </a:xfrm>
          <a:prstGeom prst="round1Rect">
            <a:avLst>
              <a:gd name="adj" fmla="val 8642"/>
            </a:avLst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71" y="354221"/>
            <a:ext cx="9807685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agenda/contents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858C299-F306-D099-543A-DD1BC6D7EB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>
            <a:cxnSpLocks/>
          </p:cNvCxnSpPr>
          <p:nvPr userDrawn="1"/>
        </p:nvCxnSpPr>
        <p:spPr>
          <a:xfrm>
            <a:off x="399351" y="1201783"/>
            <a:ext cx="1139097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184A916-E3C1-011E-174D-8E86659E01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4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1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501826AD-E1A6-B420-53D8-B808B588B1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97411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B0317D6-D099-851A-87A1-EA1B30A043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97410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2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2660C88E-F62C-7E2D-C7E3-4E0D4EA512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95466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047FA9-BDA7-FA64-EE96-6E8CEF5073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95467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3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C9F945B-FC03-7090-3376-2FC2E63FA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93521" y="2450351"/>
            <a:ext cx="1403323" cy="88460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40631B4-9E86-7EF7-E4C9-6C18B40EDC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93524" y="3548110"/>
            <a:ext cx="2030932" cy="910680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agenda point 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552BAF-12CF-B75D-8C5B-09739067BD3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9354" y="4688933"/>
            <a:ext cx="2030932" cy="39851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EBFFE812-E199-389F-EF2E-595D7D135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97410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5A71E3D-A374-E6D9-B724-7B410AD496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95467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BADA2ED3-6513-39F1-787A-3034E3B4FA5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93524" y="4688933"/>
            <a:ext cx="2030932" cy="353331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Slide XX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9FF990C5-076F-693B-B6BE-297B0FBA3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pic>
        <p:nvPicPr>
          <p:cNvPr id="23" name="Graphic 3">
            <a:extLst>
              <a:ext uri="{FF2B5EF4-FFF2-40B4-BE49-F238E27FC236}">
                <a16:creationId xmlns:a16="http://schemas.microsoft.com/office/drawing/2014/main" id="{721FF946-3438-22D2-22DB-009BA80DE0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46104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98172"/>
            <a:ext cx="11523593" cy="111618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3814355"/>
            <a:ext cx="11523593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CA3B0816-D2B0-CE67-3737-BACA377ADB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ED471EB-6381-A285-E96D-38EE8626E7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pic>
        <p:nvPicPr>
          <p:cNvPr id="9" name="Graphic 3">
            <a:extLst>
              <a:ext uri="{FF2B5EF4-FFF2-40B4-BE49-F238E27FC236}">
                <a16:creationId xmlns:a16="http://schemas.microsoft.com/office/drawing/2014/main" id="{119569BF-0209-7A67-1724-D37FB26422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3102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98172"/>
            <a:ext cx="11523593" cy="111618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3814355"/>
            <a:ext cx="11523593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35730AEF-E20A-07E0-1865-C6967E47DC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6649909-A2AF-C7CA-757E-0519F3B58D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pic>
        <p:nvPicPr>
          <p:cNvPr id="9" name="Graphic 3">
            <a:extLst>
              <a:ext uri="{FF2B5EF4-FFF2-40B4-BE49-F238E27FC236}">
                <a16:creationId xmlns:a16="http://schemas.microsoft.com/office/drawing/2014/main" id="{3BE8EC79-FCAB-7510-07BA-5527259E40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937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39" y="2612620"/>
            <a:ext cx="5533284" cy="1632760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54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divider title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39" y="4495998"/>
            <a:ext cx="5533284" cy="505097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Picture Placeholder 21">
            <a:extLst>
              <a:ext uri="{FF2B5EF4-FFF2-40B4-BE49-F238E27FC236}">
                <a16:creationId xmlns:a16="http://schemas.microsoft.com/office/drawing/2014/main" id="{9EE37199-8A95-EE19-1572-77F458BD1E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A64BBC3B-572A-5812-1F6B-52E8922D2C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3577043A-FC96-6DC6-E128-D801450242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pic>
        <p:nvPicPr>
          <p:cNvPr id="10" name="Graphic 3">
            <a:extLst>
              <a:ext uri="{FF2B5EF4-FFF2-40B4-BE49-F238E27FC236}">
                <a16:creationId xmlns:a16="http://schemas.microsoft.com/office/drawing/2014/main" id="{6E00D037-EEF7-60F0-841F-748407A0E4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2903" t="-27140" r="-1044" b="-23639"/>
          <a:stretch>
            <a:fillRect/>
          </a:stretch>
        </p:blipFill>
        <p:spPr>
          <a:xfrm>
            <a:off x="189079" y="5939433"/>
            <a:ext cx="2495488" cy="90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896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858C299-F306-D099-543A-DD1BC6D7EB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B4D19D70-59B8-B579-E278-3A5CBC9006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B8F3DAD-89F6-40A8-BD2F-A791ECE20A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E17738-6020-D211-863B-93E98D6AB768}"/>
              </a:ext>
            </a:extLst>
          </p:cNvPr>
          <p:cNvCxnSpPr>
            <a:cxnSpLocks/>
          </p:cNvCxnSpPr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D4BC09-017E-9322-76FE-B25FD85CC55D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Graphic 3">
            <a:extLst>
              <a:ext uri="{FF2B5EF4-FFF2-40B4-BE49-F238E27FC236}">
                <a16:creationId xmlns:a16="http://schemas.microsoft.com/office/drawing/2014/main" id="{CC3BD5A9-3881-96E1-61BC-7F09C64300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924538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9904" y="0"/>
            <a:ext cx="4012096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7315876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2522921"/>
            <a:ext cx="5527740" cy="291409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“Click to edit opening/welcome statement or quote here over multiple lines”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858C299-F306-D099-543A-DD1BC6D7EB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>
            <a:cxnSpLocks/>
          </p:cNvCxnSpPr>
          <p:nvPr userDrawn="1"/>
        </p:nvCxnSpPr>
        <p:spPr>
          <a:xfrm>
            <a:off x="399352" y="1201783"/>
            <a:ext cx="733329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59B32BE6-240E-0050-F325-7C830349B5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5527740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NAME AND JOB TITLE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40AF5845-DAD9-0F24-470D-68E93A36F3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pic>
        <p:nvPicPr>
          <p:cNvPr id="10" name="Graphic 3">
            <a:extLst>
              <a:ext uri="{FF2B5EF4-FFF2-40B4-BE49-F238E27FC236}">
                <a16:creationId xmlns:a16="http://schemas.microsoft.com/office/drawing/2014/main" id="{00C04BD5-D909-2FA0-BDA1-C4881AE69E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02106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1D03BBF-5C2F-7207-B480-E1A4A0F464E7}"/>
              </a:ext>
            </a:extLst>
          </p:cNvPr>
          <p:cNvSpPr/>
          <p:nvPr userDrawn="1"/>
        </p:nvSpPr>
        <p:spPr>
          <a:xfrm>
            <a:off x="8748110" y="-1"/>
            <a:ext cx="3460516" cy="6857999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98" y="354221"/>
            <a:ext cx="3460516" cy="617958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7563451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10BD459-3D6B-67E9-BB0A-B57840F2D9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1985626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858C299-F306-D099-543A-DD1BC6D7EB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>
            <a:cxnSpLocks/>
          </p:cNvCxnSpPr>
          <p:nvPr userDrawn="1"/>
        </p:nvCxnSpPr>
        <p:spPr>
          <a:xfrm>
            <a:off x="399351" y="1201783"/>
            <a:ext cx="7580868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3015658-2C82-2707-A3D2-5BFD6DAB2D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2765576"/>
            <a:ext cx="3083582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8DF21F77-7EA1-DE06-D607-56C35B62422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90945" y="2765576"/>
            <a:ext cx="3083582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ECAB680-709B-0D69-510F-ACE7C562CF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90945" y="1985626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E1615C0-C2F8-43DF-1F32-F435B7CCB3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pic>
        <p:nvPicPr>
          <p:cNvPr id="10" name="Graphic 3">
            <a:extLst>
              <a:ext uri="{FF2B5EF4-FFF2-40B4-BE49-F238E27FC236}">
                <a16:creationId xmlns:a16="http://schemas.microsoft.com/office/drawing/2014/main" id="{E49EE982-2E7A-A6F5-7D04-5BF2D0F293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694193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A3B6B3-232E-2F95-F42B-F7316316F037}"/>
              </a:ext>
            </a:extLst>
          </p:cNvPr>
          <p:cNvSpPr/>
          <p:nvPr userDrawn="1"/>
        </p:nvSpPr>
        <p:spPr>
          <a:xfrm>
            <a:off x="2" y="2564307"/>
            <a:ext cx="12208626" cy="4293691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7563451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858C299-F306-D099-543A-DD1BC6D7EB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>
            <a:cxnSpLocks/>
          </p:cNvCxnSpPr>
          <p:nvPr userDrawn="1"/>
        </p:nvCxnSpPr>
        <p:spPr>
          <a:xfrm>
            <a:off x="399351" y="1201783"/>
            <a:ext cx="7580868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A270CDC-1948-4538-27DA-3600AC34F7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20038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9D8563D-E600-BD7A-BA1D-058F761807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20038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179C45C0-4577-B2F0-16BC-53D8C80DA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40726" y="3413970"/>
            <a:ext cx="3083582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FF4BCC0-D520-C861-CB16-F3CB74F6F8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40726" y="2634019"/>
            <a:ext cx="259323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005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7435A72-10D4-E13F-E2E9-39A8603317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820039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D4F15DFF-92DF-9527-1AC1-A9CAE9325DE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241426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DC597B6A-6FF5-3BB7-D5FD-9EA6A3B34F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pic>
        <p:nvPicPr>
          <p:cNvPr id="8" name="Graphic 3">
            <a:extLst>
              <a:ext uri="{FF2B5EF4-FFF2-40B4-BE49-F238E27FC236}">
                <a16:creationId xmlns:a16="http://schemas.microsoft.com/office/drawing/2014/main" id="{1274BFCF-AB9A-FC64-569D-9F965C13E7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27890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858C299-F306-D099-543A-DD1BC6D7EB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1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005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7435A72-10D4-E13F-E2E9-39A8603317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84788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B98C1FD5-50C4-9D44-D848-AD47F1D072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84788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F3BAD74-C1CF-E67E-45AF-03C20077EC0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87716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FBD355D-7BEF-9C2A-0BDE-A40EE1ED74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5382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6D8F0C-4D5F-DBEE-63B6-884BB7013E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6080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2C0FFC2A-FF55-C46A-F7FE-5E9C824432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376082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id="{B8697529-22AB-64ED-567A-757C29B63070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364446" y="2008490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AF2F9AA-04A7-ED08-805C-D2C3E26F77D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4448" y="2634019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3F06D6B-CD36-42CF-8815-3FF8AD5497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364446" y="3413970"/>
            <a:ext cx="2353788" cy="186461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B4D19D70-59B8-B579-E278-3A5CBC9006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B8F3DAD-89F6-40A8-BD2F-A791ECE20A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E17738-6020-D211-863B-93E98D6AB768}"/>
              </a:ext>
            </a:extLst>
          </p:cNvPr>
          <p:cNvCxnSpPr>
            <a:cxnSpLocks/>
          </p:cNvCxnSpPr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D4BC09-017E-9322-76FE-B25FD85CC55D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0" name="Graphic 3">
            <a:extLst>
              <a:ext uri="{FF2B5EF4-FFF2-40B4-BE49-F238E27FC236}">
                <a16:creationId xmlns:a16="http://schemas.microsoft.com/office/drawing/2014/main" id="{FFCFC2F7-003D-77AB-D08D-2807184FFF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560342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43C2C91B-68E8-9BCA-C747-9B26D5579004}"/>
              </a:ext>
            </a:extLst>
          </p:cNvPr>
          <p:cNvGrpSpPr/>
          <p:nvPr userDrawn="1"/>
        </p:nvGrpSpPr>
        <p:grpSpPr>
          <a:xfrm>
            <a:off x="3" y="3103130"/>
            <a:ext cx="12191998" cy="3754869"/>
            <a:chOff x="1" y="3609730"/>
            <a:chExt cx="11965019" cy="324826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789EFB4-C120-EB6D-F6C5-88A9AC20D6DB}"/>
                </a:ext>
              </a:extLst>
            </p:cNvPr>
            <p:cNvSpPr/>
            <p:nvPr userDrawn="1"/>
          </p:nvSpPr>
          <p:spPr>
            <a:xfrm>
              <a:off x="1" y="3609730"/>
              <a:ext cx="3988339" cy="3248268"/>
            </a:xfrm>
            <a:prstGeom prst="rect">
              <a:avLst/>
            </a:prstGeom>
            <a:solidFill>
              <a:srgbClr val="D2F3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6BB1D88-D8E7-3E5F-EBA0-EA04E54CA196}"/>
                </a:ext>
              </a:extLst>
            </p:cNvPr>
            <p:cNvSpPr/>
            <p:nvPr userDrawn="1"/>
          </p:nvSpPr>
          <p:spPr>
            <a:xfrm>
              <a:off x="3988342" y="3609730"/>
              <a:ext cx="3988339" cy="3248268"/>
            </a:xfrm>
            <a:prstGeom prst="rect">
              <a:avLst/>
            </a:prstGeom>
            <a:solidFill>
              <a:srgbClr val="A6E6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0021A6-4C96-950C-FA0B-87E082D1E328}"/>
                </a:ext>
              </a:extLst>
            </p:cNvPr>
            <p:cNvSpPr/>
            <p:nvPr userDrawn="1"/>
          </p:nvSpPr>
          <p:spPr>
            <a:xfrm>
              <a:off x="7976681" y="3609730"/>
              <a:ext cx="3988339" cy="3248268"/>
            </a:xfrm>
            <a:prstGeom prst="rect">
              <a:avLst/>
            </a:prstGeom>
            <a:solidFill>
              <a:srgbClr val="79DA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858C299-F306-D099-543A-DD1BC6D7EB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0052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B4D19D70-59B8-B579-E278-3A5CBC9006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55286C9-AC10-36B7-9594-8A2B11D0A79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84969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1717C245-C3CF-0C9A-9342-8E443AF52F5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485668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AC4D9F00-EEB0-8559-1792-02DCCCE860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02493" y="4309938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3" name="Picture Placeholder 23">
            <a:extLst>
              <a:ext uri="{FF2B5EF4-FFF2-40B4-BE49-F238E27FC236}">
                <a16:creationId xmlns:a16="http://schemas.microsoft.com/office/drawing/2014/main" id="{CFEF38E8-E8C8-C8C6-0DB9-181A38D498D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503191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90B40DF-4697-86B3-7C46-E7A57FA9DB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E87140-6B7A-20FF-7DE9-C4F58B7A9FE0}"/>
              </a:ext>
            </a:extLst>
          </p:cNvPr>
          <p:cNvCxnSpPr>
            <a:cxnSpLocks/>
          </p:cNvCxnSpPr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2D2531-8F33-1A2F-E5F6-DE15C4ADDC2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1476286"/>
            <a:ext cx="11408336" cy="89984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pic>
        <p:nvPicPr>
          <p:cNvPr id="7" name="Graphic 3">
            <a:extLst>
              <a:ext uri="{FF2B5EF4-FFF2-40B4-BE49-F238E27FC236}">
                <a16:creationId xmlns:a16="http://schemas.microsoft.com/office/drawing/2014/main" id="{DF661690-D91A-FC0B-BDF3-9B9A9C1861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59546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36C1A39-5777-2310-0C4E-5C1E539AAD6B}"/>
              </a:ext>
            </a:extLst>
          </p:cNvPr>
          <p:cNvGrpSpPr/>
          <p:nvPr userDrawn="1"/>
        </p:nvGrpSpPr>
        <p:grpSpPr>
          <a:xfrm>
            <a:off x="3" y="3103130"/>
            <a:ext cx="12191998" cy="3754869"/>
            <a:chOff x="1" y="3103129"/>
            <a:chExt cx="8128000" cy="375486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789EFB4-C120-EB6D-F6C5-88A9AC20D6DB}"/>
                </a:ext>
              </a:extLst>
            </p:cNvPr>
            <p:cNvSpPr/>
            <p:nvPr userDrawn="1"/>
          </p:nvSpPr>
          <p:spPr>
            <a:xfrm>
              <a:off x="1" y="3103129"/>
              <a:ext cx="4063999" cy="3754869"/>
            </a:xfrm>
            <a:prstGeom prst="rect">
              <a:avLst/>
            </a:prstGeom>
            <a:solidFill>
              <a:srgbClr val="D2F3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6BB1D88-D8E7-3E5F-EBA0-EA04E54CA196}"/>
                </a:ext>
              </a:extLst>
            </p:cNvPr>
            <p:cNvSpPr/>
            <p:nvPr userDrawn="1"/>
          </p:nvSpPr>
          <p:spPr>
            <a:xfrm>
              <a:off x="4064002" y="3103129"/>
              <a:ext cx="4063999" cy="3754869"/>
            </a:xfrm>
            <a:prstGeom prst="rect">
              <a:avLst/>
            </a:prstGeom>
            <a:solidFill>
              <a:srgbClr val="A6E6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858C299-F306-D099-543A-DD1BC6D7EB3D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D22B8E4-83DC-AD29-CAD9-571CB5438F66}"/>
              </a:ext>
            </a:extLst>
          </p:cNvPr>
          <p:cNvSpPr>
            <a:spLocks noGrp="1"/>
          </p:cNvSpPr>
          <p:nvPr userDrawn="1">
            <p:ph type="pic" sz="quarter" idx="27"/>
          </p:nvPr>
        </p:nvSpPr>
        <p:spPr>
          <a:xfrm>
            <a:off x="400052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B4D19D70-59B8-B579-E278-3A5CBC9006FE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sp>
        <p:nvSpPr>
          <p:cNvPr id="21" name="Picture Placeholder 23">
            <a:extLst>
              <a:ext uri="{FF2B5EF4-FFF2-40B4-BE49-F238E27FC236}">
                <a16:creationId xmlns:a16="http://schemas.microsoft.com/office/drawing/2014/main" id="{1717C245-C3CF-0C9A-9342-8E443AF52F55}"/>
              </a:ext>
            </a:extLst>
          </p:cNvPr>
          <p:cNvSpPr>
            <a:spLocks noGrp="1"/>
          </p:cNvSpPr>
          <p:nvPr userDrawn="1">
            <p:ph type="pic" sz="quarter" idx="29"/>
          </p:nvPr>
        </p:nvSpPr>
        <p:spPr>
          <a:xfrm>
            <a:off x="6496050" y="3497614"/>
            <a:ext cx="439534" cy="4395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90B40DF-4697-86B3-7C46-E7A57FA9DB2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E87140-6B7A-20FF-7DE9-C4F58B7A9FE0}"/>
              </a:ext>
            </a:extLst>
          </p:cNvPr>
          <p:cNvCxnSpPr>
            <a:cxnSpLocks/>
          </p:cNvCxnSpPr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2D2531-8F33-1A2F-E5F6-DE15C4ADDC2E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99350" y="1476286"/>
            <a:ext cx="11408336" cy="89984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7659BA3-C496-00C5-6876-222A1DEC1EB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5903" y="4309937"/>
            <a:ext cx="3712521" cy="354211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4534845-B545-E91F-DE0B-8607C07225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5900" y="4770710"/>
            <a:ext cx="3712521" cy="118122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9BE436A9-0487-A867-2EE4-E33703A4DAF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86557" y="4309937"/>
            <a:ext cx="3712521" cy="354211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8E863F51-B511-A241-42E8-1A801534E4C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86554" y="4770710"/>
            <a:ext cx="3712521" cy="118122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pic>
        <p:nvPicPr>
          <p:cNvPr id="8" name="Graphic 3">
            <a:extLst>
              <a:ext uri="{FF2B5EF4-FFF2-40B4-BE49-F238E27FC236}">
                <a16:creationId xmlns:a16="http://schemas.microsoft.com/office/drawing/2014/main" id="{027206F0-65CA-7643-467D-5C16E38BD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730886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858C299-F306-D099-543A-DD1BC6D7EB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FB148EA-E150-6E8F-132A-FFF689AC33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238790D-7356-8914-DBFD-C2CD2EC5E5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1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B98C1FD5-50C4-9D44-D848-AD47F1D072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3700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F3BAD74-C1CF-E67E-45AF-03C20077EC0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6628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FBD355D-7BEF-9C2A-0BDE-A40EE1ED74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24022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C6D8F0C-4D5F-DBEE-63B6-884BB7013E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24720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AF2F9AA-04A7-ED08-805C-D2C3E26F77D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442270" y="3863841"/>
            <a:ext cx="235378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3F06D6B-CD36-42CF-8815-3FF8AD5497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442270" y="4643792"/>
            <a:ext cx="2353788" cy="75699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B4D19D70-59B8-B579-E278-3A5CBC9006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sp>
        <p:nvSpPr>
          <p:cNvPr id="4" name="Picture Placeholder 21">
            <a:extLst>
              <a:ext uri="{FF2B5EF4-FFF2-40B4-BE49-F238E27FC236}">
                <a16:creationId xmlns:a16="http://schemas.microsoft.com/office/drawing/2014/main" id="{9D77277B-E0B3-402E-83BC-03783DCE6A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6770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6C65BD8F-3C3F-4AC8-FD3A-5D43F8055E9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412891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21">
            <a:extLst>
              <a:ext uri="{FF2B5EF4-FFF2-40B4-BE49-F238E27FC236}">
                <a16:creationId xmlns:a16="http://schemas.microsoft.com/office/drawing/2014/main" id="{B946563E-2859-78DF-F01B-36319E566AF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418736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Picture Placeholder 21">
            <a:extLst>
              <a:ext uri="{FF2B5EF4-FFF2-40B4-BE49-F238E27FC236}">
                <a16:creationId xmlns:a16="http://schemas.microsoft.com/office/drawing/2014/main" id="{C879684E-B460-219E-A5CD-A0A967C2B8A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434311" y="2214208"/>
            <a:ext cx="2353788" cy="148393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D1BED77-EF94-E686-774C-5C5BD57752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C7D5C0-BDF8-5B5D-5B0F-9046DD650846}"/>
              </a:ext>
            </a:extLst>
          </p:cNvPr>
          <p:cNvCxnSpPr>
            <a:cxnSpLocks/>
          </p:cNvCxnSpPr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aphic 3">
            <a:extLst>
              <a:ext uri="{FF2B5EF4-FFF2-40B4-BE49-F238E27FC236}">
                <a16:creationId xmlns:a16="http://schemas.microsoft.com/office/drawing/2014/main" id="{4E4BC37B-08EC-68D1-901A-C80D32B773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928236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BAD7BF-FFAD-D393-0023-18801993154F}"/>
              </a:ext>
            </a:extLst>
          </p:cNvPr>
          <p:cNvSpPr/>
          <p:nvPr userDrawn="1"/>
        </p:nvSpPr>
        <p:spPr>
          <a:xfrm>
            <a:off x="2" y="1634071"/>
            <a:ext cx="5927090" cy="5223928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Picture Placeholder 21">
            <a:extLst>
              <a:ext uri="{FF2B5EF4-FFF2-40B4-BE49-F238E27FC236}">
                <a16:creationId xmlns:a16="http://schemas.microsoft.com/office/drawing/2014/main" id="{84C91179-0FBC-EA97-980C-E8A79727E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7093" y="0"/>
            <a:ext cx="6264908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5149145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858C299-F306-D099-543A-DD1BC6D7EB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C84EEE-8294-A114-B104-B7D5A59EB4D5}"/>
              </a:ext>
            </a:extLst>
          </p:cNvPr>
          <p:cNvCxnSpPr>
            <a:cxnSpLocks/>
          </p:cNvCxnSpPr>
          <p:nvPr userDrawn="1"/>
        </p:nvCxnSpPr>
        <p:spPr>
          <a:xfrm>
            <a:off x="399352" y="1201783"/>
            <a:ext cx="5166562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0" y="1985626"/>
            <a:ext cx="516656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66560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994559B5-1F2C-0854-AC17-F142306A02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51845E5E-E799-B7AA-A891-6350C1AB2D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2903" t="-27140" r="-1044" b="-23639"/>
          <a:stretch>
            <a:fillRect/>
          </a:stretch>
        </p:blipFill>
        <p:spPr>
          <a:xfrm>
            <a:off x="189079" y="5939433"/>
            <a:ext cx="2495488" cy="90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698359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858C299-F306-D099-543A-DD1BC6D7EB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49" y="1985626"/>
            <a:ext cx="11408338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11408334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>
            <a:cxnSpLocks/>
          </p:cNvCxnSpPr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743EAF5F-4284-FF96-CB91-979520307E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pic>
        <p:nvPicPr>
          <p:cNvPr id="10" name="Graphic 3">
            <a:extLst>
              <a:ext uri="{FF2B5EF4-FFF2-40B4-BE49-F238E27FC236}">
                <a16:creationId xmlns:a16="http://schemas.microsoft.com/office/drawing/2014/main" id="{DBE376AE-6B66-D89E-4420-4AE6650045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978433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663BC1-6397-8B4A-5074-E6256EF37193}"/>
              </a:ext>
            </a:extLst>
          </p:cNvPr>
          <p:cNvSpPr/>
          <p:nvPr userDrawn="1"/>
        </p:nvSpPr>
        <p:spPr>
          <a:xfrm>
            <a:off x="3" y="1"/>
            <a:ext cx="6095998" cy="2276264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Picture Placeholder 21">
            <a:extLst>
              <a:ext uri="{FF2B5EF4-FFF2-40B4-BE49-F238E27FC236}">
                <a16:creationId xmlns:a16="http://schemas.microsoft.com/office/drawing/2014/main" id="{88A8C8D7-CBA5-DE81-8D09-C17E4CE5CE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"/>
            <a:ext cx="6096000" cy="2276261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9" y="354221"/>
            <a:ext cx="525445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858C299-F306-D099-543A-DD1BC6D7EB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0062" y="2697273"/>
            <a:ext cx="8310393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60063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>
            <a:cxnSpLocks/>
          </p:cNvCxnSpPr>
          <p:nvPr userDrawn="1"/>
        </p:nvCxnSpPr>
        <p:spPr>
          <a:xfrm>
            <a:off x="399351" y="1201783"/>
            <a:ext cx="527187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743EAF5F-4284-FF96-CB91-979520307E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3A5B597-3CE5-808E-88ED-32B81855078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593" y="2697273"/>
            <a:ext cx="2211420" cy="3158779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introduction text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30A6163-E535-F0DD-51A4-FCEA5F181F65}"/>
              </a:ext>
            </a:extLst>
          </p:cNvPr>
          <p:cNvCxnSpPr>
            <a:cxnSpLocks/>
          </p:cNvCxnSpPr>
          <p:nvPr userDrawn="1"/>
        </p:nvCxnSpPr>
        <p:spPr>
          <a:xfrm flipV="1">
            <a:off x="2924784" y="2697273"/>
            <a:ext cx="0" cy="3158779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A1C510F2-24E7-24AB-939B-7D2DFD7624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50332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BC40CDC5-EFCA-E051-084E-6514E9D0A4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00149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E2EB7B48-6FAD-B363-1485-9A4AAB96B50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90417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44531745-4B37-5FE0-17B1-0FA05A3B11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749962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67F6C9A-4136-E12C-5261-A1C700B3B2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40230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A8D3FC3-CCAA-EC69-30E5-4BB46ADBD8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09501" y="3546477"/>
            <a:ext cx="1870686" cy="33486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CC7149E6-BE60-C980-CCD9-2ECBAE03D2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99772" y="3959157"/>
            <a:ext cx="1870686" cy="1896894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pic>
        <p:nvPicPr>
          <p:cNvPr id="16" name="Graphic 3">
            <a:extLst>
              <a:ext uri="{FF2B5EF4-FFF2-40B4-BE49-F238E27FC236}">
                <a16:creationId xmlns:a16="http://schemas.microsoft.com/office/drawing/2014/main" id="{D907BAC1-C77F-0606-2782-2A45A1AEF7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366758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858C299-F306-D099-543A-DD1BC6D7EB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>
            <a:cxnSpLocks/>
          </p:cNvCxnSpPr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5E9FF38B-26C9-21A5-0403-142FB6E960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1186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580F3A2-48C1-7E56-952B-8614FE8F19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1184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873362D0-0A61-7FD2-FA84-BB26A4A2DA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E35228-F5E0-CD25-9531-E418FCD84A12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5" name="Graphic 3">
            <a:extLst>
              <a:ext uri="{FF2B5EF4-FFF2-40B4-BE49-F238E27FC236}">
                <a16:creationId xmlns:a16="http://schemas.microsoft.com/office/drawing/2014/main" id="{D2EB9AA7-5931-7989-E1C8-1E52A3A59D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068393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858C299-F306-D099-543A-DD1BC6D7EB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>
            <a:cxnSpLocks/>
          </p:cNvCxnSpPr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873362D0-0A61-7FD2-FA84-BB26A4A2DA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D6FFBE-BC2A-36ED-5F25-1C8F30D256A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300092013"/>
              </p:ext>
            </p:extLst>
          </p:nvPr>
        </p:nvGraphicFramePr>
        <p:xfrm>
          <a:off x="416768" y="2539856"/>
          <a:ext cx="11384281" cy="5348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1">
                  <a:extLst>
                    <a:ext uri="{9D8B030D-6E8A-4147-A177-3AD203B41FA5}">
                      <a16:colId xmlns:a16="http://schemas.microsoft.com/office/drawing/2014/main" val="1382175687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47031374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59890768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3771841006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999870903"/>
                    </a:ext>
                  </a:extLst>
                </a:gridCol>
              </a:tblGrid>
              <a:tr h="576045">
                <a:tc>
                  <a:txBody>
                    <a:bodyPr/>
                    <a:lstStyle/>
                    <a:p>
                      <a:r>
                        <a:rPr lang="en-GB" sz="1200" b="1" i="0">
                          <a:solidFill>
                            <a:schemeClr val="tx1"/>
                          </a:solidFill>
                          <a:effectLst/>
                          <a:latin typeface="Lato" panose="020F0502020204030203" pitchFamily="34" charset="77"/>
                        </a:rPr>
                        <a:t>Table heading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CC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i="0">
                          <a:solidFill>
                            <a:schemeClr val="tx1"/>
                          </a:solidFill>
                          <a:effectLst/>
                          <a:latin typeface="Lato" panose="020F0502020204030203" pitchFamily="34" charset="77"/>
                        </a:rPr>
                        <a:t>Table heading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CC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i="0">
                          <a:solidFill>
                            <a:schemeClr val="tx1"/>
                          </a:solidFill>
                          <a:effectLst/>
                          <a:latin typeface="Lato" panose="020F0502020204030203" pitchFamily="34" charset="77"/>
                        </a:rPr>
                        <a:t>Table heading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CC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i="0">
                          <a:solidFill>
                            <a:schemeClr val="tx1"/>
                          </a:solidFill>
                          <a:effectLst/>
                          <a:latin typeface="Lato" panose="020F0502020204030203" pitchFamily="34" charset="77"/>
                        </a:rPr>
                        <a:t>Table heading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CC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i="0">
                          <a:solidFill>
                            <a:schemeClr val="tx1"/>
                          </a:solidFill>
                          <a:effectLst/>
                          <a:latin typeface="Lato" panose="020F0502020204030203" pitchFamily="34" charset="77"/>
                        </a:rPr>
                        <a:t>Table heading</a:t>
                      </a:r>
                    </a:p>
                  </a:txBody>
                  <a:tcPr marL="90000" marR="90000" marT="10800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C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264458"/>
                  </a:ext>
                </a:extLst>
              </a:tr>
              <a:tr h="954405">
                <a:tc>
                  <a:txBody>
                    <a:bodyPr/>
                    <a:lstStyle/>
                    <a:p>
                      <a:r>
                        <a:rPr lang="en-GB" sz="1200" b="1" i="0">
                          <a:effectLst/>
                          <a:latin typeface="Lato" panose="020F0502020204030203" pitchFamily="34" charset="77"/>
                        </a:rPr>
                        <a:t>Table text </a:t>
                      </a:r>
                      <a:br>
                        <a:rPr lang="en-GB" sz="1200" b="1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200" b="1" i="0">
                          <a:effectLst/>
                          <a:latin typeface="Lato" panose="020F0502020204030203" pitchFamily="34" charset="77"/>
                        </a:rPr>
                        <a:t>heading here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Table body text here</a:t>
                      </a:r>
                      <a:br>
                        <a:rPr lang="en-GB" sz="1000" b="0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over two or three lines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Table body text here</a:t>
                      </a:r>
                      <a:br>
                        <a:rPr lang="en-GB" sz="1000" b="0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over two or three lines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Table body text here</a:t>
                      </a:r>
                      <a:br>
                        <a:rPr lang="en-GB" sz="1000" b="0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over two or three lines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Table body text here</a:t>
                      </a:r>
                      <a:br>
                        <a:rPr lang="en-GB" sz="1000" b="0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over two or three lines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751582"/>
                  </a:ext>
                </a:extLst>
              </a:tr>
              <a:tr h="954405">
                <a:tc>
                  <a:txBody>
                    <a:bodyPr/>
                    <a:lstStyle/>
                    <a:p>
                      <a:r>
                        <a:rPr lang="en-GB" sz="1200" b="1" i="0">
                          <a:effectLst/>
                          <a:latin typeface="Lato" panose="020F0502020204030203" pitchFamily="34" charset="77"/>
                        </a:rPr>
                        <a:t>Table text </a:t>
                      </a:r>
                      <a:br>
                        <a:rPr lang="en-GB" sz="1200" b="1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200" b="1" i="0">
                          <a:effectLst/>
                          <a:latin typeface="Lato" panose="020F0502020204030203" pitchFamily="34" charset="77"/>
                        </a:rPr>
                        <a:t>heading here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Table body text here</a:t>
                      </a:r>
                      <a:br>
                        <a:rPr lang="en-GB" sz="1000" b="0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over two or three lines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Table body text here</a:t>
                      </a:r>
                      <a:br>
                        <a:rPr lang="en-GB" sz="1000" b="0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over two or three lines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Table body text here</a:t>
                      </a:r>
                      <a:br>
                        <a:rPr lang="en-GB" sz="1000" b="0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over two or three lines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Table body text here</a:t>
                      </a:r>
                      <a:br>
                        <a:rPr lang="en-GB" sz="1000" b="0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over two or three lines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921312"/>
                  </a:ext>
                </a:extLst>
              </a:tr>
              <a:tr h="954405">
                <a:tc>
                  <a:txBody>
                    <a:bodyPr/>
                    <a:lstStyle/>
                    <a:p>
                      <a:r>
                        <a:rPr lang="en-GB" sz="1200" b="1" i="0">
                          <a:effectLst/>
                          <a:latin typeface="Lato" panose="020F0502020204030203" pitchFamily="34" charset="77"/>
                        </a:rPr>
                        <a:t>Table text </a:t>
                      </a:r>
                      <a:br>
                        <a:rPr lang="en-GB" sz="1200" b="1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200" b="1" i="0">
                          <a:effectLst/>
                          <a:latin typeface="Lato" panose="020F0502020204030203" pitchFamily="34" charset="77"/>
                        </a:rPr>
                        <a:t>heading here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Table body text here</a:t>
                      </a:r>
                      <a:br>
                        <a:rPr lang="en-GB" sz="1000" b="0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over two or three lines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Table body text here</a:t>
                      </a:r>
                      <a:br>
                        <a:rPr lang="en-GB" sz="1000" b="0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over two or three lines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Table body text here</a:t>
                      </a:r>
                      <a:br>
                        <a:rPr lang="en-GB" sz="1000" b="0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over two or three lines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Table body text here</a:t>
                      </a:r>
                      <a:br>
                        <a:rPr lang="en-GB" sz="1000" b="0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over two or three lines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550155"/>
                  </a:ext>
                </a:extLst>
              </a:tr>
              <a:tr h="954405">
                <a:tc>
                  <a:txBody>
                    <a:bodyPr/>
                    <a:lstStyle/>
                    <a:p>
                      <a:r>
                        <a:rPr lang="en-GB" sz="1200" b="1" i="0">
                          <a:effectLst/>
                          <a:latin typeface="Lato" panose="020F0502020204030203" pitchFamily="34" charset="77"/>
                        </a:rPr>
                        <a:t>Table text </a:t>
                      </a:r>
                      <a:br>
                        <a:rPr lang="en-GB" sz="1200" b="1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200" b="1" i="0">
                          <a:effectLst/>
                          <a:latin typeface="Lato" panose="020F0502020204030203" pitchFamily="34" charset="77"/>
                        </a:rPr>
                        <a:t>heading here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Table body text here</a:t>
                      </a:r>
                      <a:br>
                        <a:rPr lang="en-GB" sz="1000" b="0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over two or three lines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Table body text here</a:t>
                      </a:r>
                      <a:br>
                        <a:rPr lang="en-GB" sz="1000" b="0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over two or three lines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Table body text here</a:t>
                      </a:r>
                      <a:br>
                        <a:rPr lang="en-GB" sz="1000" b="0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over two or three lines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Table body text here</a:t>
                      </a:r>
                      <a:br>
                        <a:rPr lang="en-GB" sz="1000" b="0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over two or three lines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37107"/>
                  </a:ext>
                </a:extLst>
              </a:tr>
              <a:tr h="954405">
                <a:tc>
                  <a:txBody>
                    <a:bodyPr/>
                    <a:lstStyle/>
                    <a:p>
                      <a:r>
                        <a:rPr lang="en-GB" sz="1200" b="1" i="0">
                          <a:effectLst/>
                          <a:latin typeface="Lato" panose="020F0502020204030203" pitchFamily="34" charset="77"/>
                        </a:rPr>
                        <a:t>Table text </a:t>
                      </a:r>
                      <a:br>
                        <a:rPr lang="en-GB" sz="1200" b="1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200" b="1" i="0">
                          <a:effectLst/>
                          <a:latin typeface="Lato" panose="020F0502020204030203" pitchFamily="34" charset="77"/>
                        </a:rPr>
                        <a:t>heading here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Table body text here</a:t>
                      </a:r>
                      <a:br>
                        <a:rPr lang="en-GB" sz="1000" b="0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over two or three lines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Table body text here</a:t>
                      </a:r>
                      <a:br>
                        <a:rPr lang="en-GB" sz="1000" b="0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over two or three lines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Table body text here</a:t>
                      </a:r>
                      <a:br>
                        <a:rPr lang="en-GB" sz="1000" b="0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over two or three lines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Table body text here</a:t>
                      </a:r>
                      <a:br>
                        <a:rPr lang="en-GB" sz="1000" b="0" i="0">
                          <a:effectLst/>
                          <a:latin typeface="Lato" panose="020F0502020204030203" pitchFamily="34" charset="77"/>
                        </a:rPr>
                      </a:br>
                      <a:r>
                        <a:rPr lang="en-GB" sz="1000" b="0" i="0">
                          <a:effectLst/>
                          <a:latin typeface="Lato" panose="020F0502020204030203" pitchFamily="34" charset="77"/>
                        </a:rPr>
                        <a:t>over two or three lines</a:t>
                      </a:r>
                    </a:p>
                  </a:txBody>
                  <a:tcPr marL="90000" marR="9000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98272"/>
                  </a:ext>
                </a:extLst>
              </a:tr>
            </a:tbl>
          </a:graphicData>
        </a:graphic>
      </p:graphicFrame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1C928EE-C260-7F4E-5426-07601FF060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6768" y="1985626"/>
            <a:ext cx="5136747" cy="428236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9" name="Graphic 3">
            <a:extLst>
              <a:ext uri="{FF2B5EF4-FFF2-40B4-BE49-F238E27FC236}">
                <a16:creationId xmlns:a16="http://schemas.microsoft.com/office/drawing/2014/main" id="{AFA2C303-E8B4-78C2-724E-CE6B68FA88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810397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236D08-2AB2-BC80-56FE-DB43CC17F482}"/>
              </a:ext>
            </a:extLst>
          </p:cNvPr>
          <p:cNvSpPr/>
          <p:nvPr userDrawn="1"/>
        </p:nvSpPr>
        <p:spPr>
          <a:xfrm>
            <a:off x="8547652" y="-1"/>
            <a:ext cx="3660974" cy="6857999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858C299-F306-D099-543A-DD1BC6D7EB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75A4DF6E-1F36-C4D3-2B8B-9D29F3B83E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5136747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2EC2FB4-F736-C331-8690-FE643C010C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49" y="2765576"/>
            <a:ext cx="5136747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>
            <a:cxnSpLocks/>
          </p:cNvCxnSpPr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7815D7BE-CB95-E5F8-442A-B133E97300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5097" y="1971512"/>
            <a:ext cx="2898155" cy="1632760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>
              <a:buNone/>
              <a:defRPr sz="3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r>
              <a:rPr lang="en-US" err="1"/>
              <a:t>pullquote</a:t>
            </a:r>
            <a:r>
              <a:rPr lang="en-US"/>
              <a:t> or key message from </a:t>
            </a:r>
            <a:br>
              <a:rPr lang="en-US"/>
            </a:br>
            <a:r>
              <a:rPr lang="en-US"/>
              <a:t>the main content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A232039-6B4A-A5E0-01BF-EBA4521CCA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pic>
        <p:nvPicPr>
          <p:cNvPr id="12" name="Graphic 3">
            <a:extLst>
              <a:ext uri="{FF2B5EF4-FFF2-40B4-BE49-F238E27FC236}">
                <a16:creationId xmlns:a16="http://schemas.microsoft.com/office/drawing/2014/main" id="{5B292891-04AB-8728-FCAF-A5F195C132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138879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C9BF159C-8E43-5D29-9F15-F41C00A4AB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858C299-F306-D099-543A-DD1BC6D7EB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>
            <a:cxnSpLocks/>
          </p:cNvCxnSpPr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CBDBB2E6-5C51-2EC2-3138-07D9FE924D1D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225165549"/>
              </p:ext>
            </p:extLst>
          </p:nvPr>
        </p:nvGraphicFramePr>
        <p:xfrm>
          <a:off x="3694086" y="1808517"/>
          <a:ext cx="4516571" cy="3749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E1051591-71B9-688F-6FA0-79EB92B551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1" y="1985626"/>
            <a:ext cx="2742684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chart heading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C3EC3C4-10BD-5A61-95F7-FA82FD084A1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350" y="2765576"/>
            <a:ext cx="2742684" cy="279403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 Click to edit text here</a:t>
            </a:r>
          </a:p>
          <a:p>
            <a:pPr lvl="0"/>
            <a:endParaRPr lang="en-US"/>
          </a:p>
        </p:txBody>
      </p:sp>
      <p:graphicFrame>
        <p:nvGraphicFramePr>
          <p:cNvPr id="12" name="Content Placeholder 15">
            <a:extLst>
              <a:ext uri="{FF2B5EF4-FFF2-40B4-BE49-F238E27FC236}">
                <a16:creationId xmlns:a16="http://schemas.microsoft.com/office/drawing/2014/main" id="{C7378800-8B46-7964-7406-2613E27DDD44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52533920"/>
              </p:ext>
            </p:extLst>
          </p:nvPr>
        </p:nvGraphicFramePr>
        <p:xfrm>
          <a:off x="7958356" y="1808517"/>
          <a:ext cx="4516571" cy="3749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4" name="Graphic 3">
            <a:extLst>
              <a:ext uri="{FF2B5EF4-FFF2-40B4-BE49-F238E27FC236}">
                <a16:creationId xmlns:a16="http://schemas.microsoft.com/office/drawing/2014/main" id="{2036342D-EA12-F77F-297D-AE3B8192AF6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998982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AD3989-E2CE-BF40-B035-C7B469A8B6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C9BF159C-8E43-5D29-9F15-F41C00A4AB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A858C299-F306-D099-543A-DD1BC6D7EB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B19D37-738B-BBE8-FF95-FB99191747D5}"/>
              </a:ext>
            </a:extLst>
          </p:cNvPr>
          <p:cNvCxnSpPr>
            <a:cxnSpLocks/>
          </p:cNvCxnSpPr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15">
            <a:extLst>
              <a:ext uri="{FF2B5EF4-FFF2-40B4-BE49-F238E27FC236}">
                <a16:creationId xmlns:a16="http://schemas.microsoft.com/office/drawing/2014/main" id="{900C6176-281D-040E-1AC5-1F0A52BCD82A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047988879"/>
              </p:ext>
            </p:extLst>
          </p:nvPr>
        </p:nvGraphicFramePr>
        <p:xfrm>
          <a:off x="379896" y="2760373"/>
          <a:ext cx="4836283" cy="3109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A4A966-6BCB-7502-0C0E-12359B0086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52" y="1985626"/>
            <a:ext cx="266678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chart heading</a:t>
            </a:r>
          </a:p>
        </p:txBody>
      </p:sp>
      <p:graphicFrame>
        <p:nvGraphicFramePr>
          <p:cNvPr id="14" name="Content Placeholder 15">
            <a:extLst>
              <a:ext uri="{FF2B5EF4-FFF2-40B4-BE49-F238E27FC236}">
                <a16:creationId xmlns:a16="http://schemas.microsoft.com/office/drawing/2014/main" id="{5F87157A-05AF-A643-660D-6BFCDEF59ADD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488432030"/>
              </p:ext>
            </p:extLst>
          </p:nvPr>
        </p:nvGraphicFramePr>
        <p:xfrm>
          <a:off x="6634785" y="2760373"/>
          <a:ext cx="4836283" cy="3109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B94EF1-3173-5FE1-C03C-A2EEE38410A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14800" y="2042758"/>
            <a:ext cx="1166802" cy="95341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Color 1 heading</a:t>
            </a:r>
          </a:p>
          <a:p>
            <a:pPr lvl="0"/>
            <a:r>
              <a:rPr lang="en-US"/>
              <a:t>Color 2 heading</a:t>
            </a:r>
          </a:p>
          <a:p>
            <a:pPr lvl="0"/>
            <a:r>
              <a:rPr lang="en-US"/>
              <a:t>Color 3 heading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D0375A-1177-53D4-89F2-F5FC715641E0}"/>
              </a:ext>
            </a:extLst>
          </p:cNvPr>
          <p:cNvSpPr/>
          <p:nvPr userDrawn="1"/>
        </p:nvSpPr>
        <p:spPr>
          <a:xfrm>
            <a:off x="3884292" y="2082985"/>
            <a:ext cx="155643" cy="155642"/>
          </a:xfrm>
          <a:prstGeom prst="rect">
            <a:avLst/>
          </a:prstGeom>
          <a:solidFill>
            <a:srgbClr val="4BCC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2BDBF7-6312-5C2E-5208-3BC8D7347779}"/>
              </a:ext>
            </a:extLst>
          </p:cNvPr>
          <p:cNvSpPr/>
          <p:nvPr userDrawn="1"/>
        </p:nvSpPr>
        <p:spPr>
          <a:xfrm>
            <a:off x="3884292" y="2345632"/>
            <a:ext cx="155643" cy="15564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51BF7B-E5B7-064E-1596-09C884E07B5D}"/>
              </a:ext>
            </a:extLst>
          </p:cNvPr>
          <p:cNvSpPr/>
          <p:nvPr userDrawn="1"/>
        </p:nvSpPr>
        <p:spPr>
          <a:xfrm>
            <a:off x="3884292" y="2618008"/>
            <a:ext cx="155643" cy="155642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12020BB6-B349-9AC3-9B9E-7B4647B21DD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44515" y="1985626"/>
            <a:ext cx="2666782" cy="614253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chart heading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916EC0C0-3340-116E-2A9E-C5F9EF55B9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359963" y="2042758"/>
            <a:ext cx="1166802" cy="953410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Color 1 heading</a:t>
            </a:r>
          </a:p>
          <a:p>
            <a:pPr lvl="0"/>
            <a:r>
              <a:rPr lang="en-US"/>
              <a:t>Color 2 heading</a:t>
            </a:r>
          </a:p>
          <a:p>
            <a:pPr lvl="0"/>
            <a:r>
              <a:rPr lang="en-US"/>
              <a:t>Color 3 heading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0E2BA2-5FEA-09A0-C114-B2B3FBA234CA}"/>
              </a:ext>
            </a:extLst>
          </p:cNvPr>
          <p:cNvSpPr/>
          <p:nvPr userDrawn="1"/>
        </p:nvSpPr>
        <p:spPr>
          <a:xfrm>
            <a:off x="10129455" y="2082985"/>
            <a:ext cx="155643" cy="155642"/>
          </a:xfrm>
          <a:prstGeom prst="rect">
            <a:avLst/>
          </a:prstGeom>
          <a:solidFill>
            <a:srgbClr val="4BCC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98302C-FFC3-E197-29E7-7398CEAA1203}"/>
              </a:ext>
            </a:extLst>
          </p:cNvPr>
          <p:cNvSpPr/>
          <p:nvPr userDrawn="1"/>
        </p:nvSpPr>
        <p:spPr>
          <a:xfrm>
            <a:off x="10129455" y="2345632"/>
            <a:ext cx="155643" cy="15564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7EE772-E0F3-CFA8-41DA-667F14BCFAFB}"/>
              </a:ext>
            </a:extLst>
          </p:cNvPr>
          <p:cNvSpPr/>
          <p:nvPr userDrawn="1"/>
        </p:nvSpPr>
        <p:spPr>
          <a:xfrm>
            <a:off x="10129455" y="2618008"/>
            <a:ext cx="155643" cy="155642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2" name="Graphic 3">
            <a:extLst>
              <a:ext uri="{FF2B5EF4-FFF2-40B4-BE49-F238E27FC236}">
                <a16:creationId xmlns:a16="http://schemas.microsoft.com/office/drawing/2014/main" id="{ACC8A87F-E59E-0AFC-50A6-30E78429501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90656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318649"/>
            <a:ext cx="11443061" cy="300153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2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470" y="5053606"/>
            <a:ext cx="11443061" cy="505097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to lead on from stat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3074C10A-BAE0-2952-5D39-DFEE103B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11418180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>
            <a:cxnSpLocks/>
          </p:cNvCxnSpPr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D9525516-FB94-EAEC-9F35-07685976BE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03843843-FCAF-4A8D-919F-C925E05302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pic>
        <p:nvPicPr>
          <p:cNvPr id="10" name="Graphic 3">
            <a:extLst>
              <a:ext uri="{FF2B5EF4-FFF2-40B4-BE49-F238E27FC236}">
                <a16:creationId xmlns:a16="http://schemas.microsoft.com/office/drawing/2014/main" id="{2C9B6AF3-BD28-9C9B-482A-32761F9CC5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59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349" y="2318649"/>
            <a:ext cx="5696651" cy="1492099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1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49" y="3825952"/>
            <a:ext cx="5696651" cy="173996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</a:t>
            </a:r>
            <a:br>
              <a:rPr lang="en-US"/>
            </a:br>
            <a:r>
              <a:rPr lang="en-US"/>
              <a:t>to lead on from stat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3074C10A-BAE0-2952-5D39-DFEE103B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2" y="1979362"/>
            <a:ext cx="5696649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>
            <a:cxnSpLocks/>
          </p:cNvCxnSpPr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D9525516-FB94-EAEC-9F35-07685976BE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03843843-FCAF-4A8D-919F-C925E05302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3DA9141-2FA0-43D2-4FF0-085F5BE123F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972147"/>
            <a:ext cx="0" cy="3586556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6BFAC21-0655-5E09-7BA6-05EE94A866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17226" y="2318649"/>
            <a:ext cx="5690462" cy="150730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100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DB3E8F37-65C2-1141-F298-5649C3B781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17226" y="1979362"/>
            <a:ext cx="5690462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BF0EBAF0-E764-491A-37FC-B9972C5C30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17224" y="3825952"/>
            <a:ext cx="5690462" cy="173996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 </a:t>
            </a:r>
            <a:br>
              <a:rPr lang="en-US"/>
            </a:br>
            <a:r>
              <a:rPr lang="en-US"/>
              <a:t>to lead on from stat</a:t>
            </a:r>
          </a:p>
        </p:txBody>
      </p:sp>
      <p:pic>
        <p:nvPicPr>
          <p:cNvPr id="11" name="Graphic 3">
            <a:extLst>
              <a:ext uri="{FF2B5EF4-FFF2-40B4-BE49-F238E27FC236}">
                <a16:creationId xmlns:a16="http://schemas.microsoft.com/office/drawing/2014/main" id="{B695E1A1-B045-35EA-F0B7-CEC88DE749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0418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351" y="1667336"/>
            <a:ext cx="3398926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XX,XXX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B7B80E-C501-A5C9-3860-4176F458D60C}"/>
              </a:ext>
            </a:extLst>
          </p:cNvPr>
          <p:cNvCxnSpPr>
            <a:cxnSpLocks/>
          </p:cNvCxnSpPr>
          <p:nvPr userDrawn="1"/>
        </p:nvCxnSpPr>
        <p:spPr>
          <a:xfrm>
            <a:off x="399352" y="1201783"/>
            <a:ext cx="11408336" cy="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D9525516-FB94-EAEC-9F35-07685976BE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03843843-FCAF-4A8D-919F-C925E05302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8247092-3C34-B258-27B3-1B5949CDF7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768" y="354221"/>
            <a:ext cx="11390919" cy="721568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3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title heading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261E9CF2-DF8C-F184-044A-E7418E7523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9351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5CE0D850-00A2-2869-6ABC-3AB860E4BC7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1801" y="1667336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F7290E6-C2F2-E204-09A6-52BAEF5807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03134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B3659DF3-0D55-D08D-A094-457DA09A13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5586" y="1667336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$XX,XXX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886AD954-8CD2-030A-36CF-B8A5E782F0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06919" y="2761469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9AF6072-6784-77CC-FD7D-F9383D98D8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9351" y="4023675"/>
            <a:ext cx="3398926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310162A-17E1-6A87-538F-1E98AB50F10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9351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9AF0DEF-DC09-7313-18A4-D7030A9873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21801" y="4023675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XX,XXX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1F2556C-43F7-F306-BE95-1C7ED8D60F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03134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65786BF-46E1-48A1-88CF-122C298516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25586" y="4023675"/>
            <a:ext cx="3380260" cy="925714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l">
              <a:buNone/>
              <a:defRPr sz="6000" b="0" i="0">
                <a:solidFill>
                  <a:srgbClr val="191919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27F10C66-CE06-829D-AEA0-6B01BE82A60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06919" y="5117808"/>
            <a:ext cx="3398926" cy="535648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text here</a:t>
            </a:r>
            <a:br>
              <a:rPr lang="en-US"/>
            </a:br>
            <a:r>
              <a:rPr lang="en-US"/>
              <a:t>over two lines</a:t>
            </a:r>
          </a:p>
          <a:p>
            <a:pPr lvl="0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5E0300-0034-C452-6D4B-7AB84A7805CA}"/>
              </a:ext>
            </a:extLst>
          </p:cNvPr>
          <p:cNvSpPr/>
          <p:nvPr userDrawn="1"/>
        </p:nvSpPr>
        <p:spPr>
          <a:xfrm flipH="1">
            <a:off x="12001500" y="0"/>
            <a:ext cx="190500" cy="6858000"/>
          </a:xfrm>
          <a:prstGeom prst="rect">
            <a:avLst/>
          </a:prstGeom>
          <a:solidFill>
            <a:srgbClr val="D2F3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7" name="Graphic 3">
            <a:extLst>
              <a:ext uri="{FF2B5EF4-FFF2-40B4-BE49-F238E27FC236}">
                <a16:creationId xmlns:a16="http://schemas.microsoft.com/office/drawing/2014/main" id="{C8803506-46EE-B415-8AA9-3B6844533B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21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4470" y="2698171"/>
            <a:ext cx="11443061" cy="221429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 marL="0" indent="0" algn="ctr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</a:t>
            </a:r>
            <a:r>
              <a:rPr lang="en-US" err="1"/>
              <a:t>pullquote</a:t>
            </a:r>
            <a:r>
              <a:rPr lang="en-US"/>
              <a:t> </a:t>
            </a:r>
            <a:br>
              <a:rPr lang="en-US"/>
            </a:br>
            <a:r>
              <a:rPr lang="en-US"/>
              <a:t>or key message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CA3B0816-D2B0-CE67-3737-BACA377ADB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55383" y="6343450"/>
            <a:ext cx="945230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PXX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ED471EB-6381-A285-E96D-38EE8626E7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94086" y="6343450"/>
            <a:ext cx="4836283" cy="255203"/>
          </a:xfrm>
          <a:prstGeom prst="rect">
            <a:avLst/>
          </a:prstGeom>
        </p:spPr>
        <p:txBody>
          <a:bodyPr wrap="square" l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Presentation title  |  Year  |  All rights reserved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C396BA70-4D20-197B-ABFC-4C68EB70A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51" y="1979362"/>
            <a:ext cx="11418180" cy="339286"/>
          </a:xfrm>
          <a:prstGeom prst="rect">
            <a:avLst/>
          </a:prstGeom>
        </p:spPr>
        <p:txBody>
          <a:bodyPr wrap="square" lIns="0"/>
          <a:lstStyle>
            <a:lvl1pPr marL="0" indent="0" algn="ctr">
              <a:buNone/>
              <a:defRPr sz="1200" b="0" i="0" cap="all" baseline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NAME AND JOB TITLE</a:t>
            </a:r>
          </a:p>
        </p:txBody>
      </p:sp>
      <p:pic>
        <p:nvPicPr>
          <p:cNvPr id="8" name="Graphic 3">
            <a:extLst>
              <a:ext uri="{FF2B5EF4-FFF2-40B4-BE49-F238E27FC236}">
                <a16:creationId xmlns:a16="http://schemas.microsoft.com/office/drawing/2014/main" id="{CAB65F1D-7CFF-039F-A570-F7EA320519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246231" y="6075169"/>
            <a:ext cx="1872836" cy="67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128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5021E5-783B-9D2F-660E-095A78823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940" y="2567544"/>
            <a:ext cx="10542382" cy="1027499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5400" b="0" i="0">
                <a:solidFill>
                  <a:schemeClr val="bg1"/>
                </a:solidFill>
                <a:latin typeface="Chubb Publico Light" panose="02040302060504060203" pitchFamily="18" charset="77"/>
              </a:defRPr>
            </a:lvl1pPr>
          </a:lstStyle>
          <a:p>
            <a:pPr lvl="0"/>
            <a:r>
              <a:rPr lang="en-US"/>
              <a:t>Click to edit end slide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3595044"/>
            <a:ext cx="7454398" cy="830175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subtitle here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9150CBF-6B56-ADB0-383B-D12B7273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940" y="1980404"/>
            <a:ext cx="7454396" cy="339286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1200" b="0" i="0" cap="all" baseline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OPTIONAL EYEBROW HEADING</a:t>
            </a:r>
          </a:p>
        </p:txBody>
      </p:sp>
      <p:pic>
        <p:nvPicPr>
          <p:cNvPr id="7" name="Graphic 3">
            <a:extLst>
              <a:ext uri="{FF2B5EF4-FFF2-40B4-BE49-F238E27FC236}">
                <a16:creationId xmlns:a16="http://schemas.microsoft.com/office/drawing/2014/main" id="{66E96057-44C8-70FA-D4A6-41CCEE676B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168680" y="192133"/>
            <a:ext cx="2393900" cy="86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65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1470E9-0103-96B5-C1B1-B36A298376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941" y="5303525"/>
            <a:ext cx="11526757" cy="387412"/>
          </a:xfrm>
          <a:prstGeom prst="rect">
            <a:avLst/>
          </a:prstGeom>
        </p:spPr>
        <p:txBody>
          <a:bodyPr wrap="square" lIns="0"/>
          <a:lstStyle>
            <a:lvl1pPr marL="0" indent="0">
              <a:buNone/>
              <a:defRPr sz="20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legal information heading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6B2EA81A-B50D-A42E-E792-55767F9AC7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3941" y="5690938"/>
            <a:ext cx="11526757" cy="907717"/>
          </a:xfrm>
          <a:prstGeom prst="rect">
            <a:avLst/>
          </a:prstGeom>
        </p:spPr>
        <p:txBody>
          <a:bodyPr wrap="square" l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191919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US"/>
              <a:t>Click to edit legal information body copy </a:t>
            </a:r>
          </a:p>
        </p:txBody>
      </p:sp>
      <p:pic>
        <p:nvPicPr>
          <p:cNvPr id="6" name="Graphic 3">
            <a:extLst>
              <a:ext uri="{FF2B5EF4-FFF2-40B4-BE49-F238E27FC236}">
                <a16:creationId xmlns:a16="http://schemas.microsoft.com/office/drawing/2014/main" id="{622EFB97-FC6E-37C8-2A72-E6AD5B47C2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000" b="2000"/>
          <a:stretch/>
        </p:blipFill>
        <p:spPr>
          <a:xfrm>
            <a:off x="168680" y="192133"/>
            <a:ext cx="2393900" cy="86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20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reeform 67">
            <a:extLst>
              <a:ext uri="{FF2B5EF4-FFF2-40B4-BE49-F238E27FC236}">
                <a16:creationId xmlns:a16="http://schemas.microsoft.com/office/drawing/2014/main" id="{935279DD-CEEE-FE40-2E3D-554713CAC310}"/>
              </a:ext>
            </a:extLst>
          </p:cNvPr>
          <p:cNvSpPr/>
          <p:nvPr userDrawn="1"/>
        </p:nvSpPr>
        <p:spPr>
          <a:xfrm>
            <a:off x="5120647" y="63501"/>
            <a:ext cx="7071353" cy="6794501"/>
          </a:xfrm>
          <a:custGeom>
            <a:avLst/>
            <a:gdLst>
              <a:gd name="connsiteX0" fmla="*/ 2240469 w 7071353"/>
              <a:gd name="connsiteY0" fmla="*/ 0 h 6794501"/>
              <a:gd name="connsiteX1" fmla="*/ 5212472 w 7071353"/>
              <a:gd name="connsiteY1" fmla="*/ 0 h 6794501"/>
              <a:gd name="connsiteX2" fmla="*/ 5242623 w 7071353"/>
              <a:gd name="connsiteY2" fmla="*/ 11689 h 6794501"/>
              <a:gd name="connsiteX3" fmla="*/ 6326690 w 7071353"/>
              <a:gd name="connsiteY3" fmla="*/ 671206 h 6794501"/>
              <a:gd name="connsiteX4" fmla="*/ 5582938 w 7071353"/>
              <a:gd name="connsiteY4" fmla="*/ 1575356 h 6794501"/>
              <a:gd name="connsiteX5" fmla="*/ 3670334 w 7071353"/>
              <a:gd name="connsiteY5" fmla="*/ 880580 h 6794501"/>
              <a:gd name="connsiteX6" fmla="*/ 1171017 w 7071353"/>
              <a:gd name="connsiteY6" fmla="*/ 3378757 h 6794501"/>
              <a:gd name="connsiteX7" fmla="*/ 3670398 w 7071353"/>
              <a:gd name="connsiteY7" fmla="*/ 5876997 h 6794501"/>
              <a:gd name="connsiteX8" fmla="*/ 6921908 w 7071353"/>
              <a:gd name="connsiteY8" fmla="*/ 3610322 h 6794501"/>
              <a:gd name="connsiteX9" fmla="*/ 7071353 w 7071353"/>
              <a:gd name="connsiteY9" fmla="*/ 3389833 h 6794501"/>
              <a:gd name="connsiteX10" fmla="*/ 7071353 w 7071353"/>
              <a:gd name="connsiteY10" fmla="*/ 5341973 h 6794501"/>
              <a:gd name="connsiteX11" fmla="*/ 6980441 w 7071353"/>
              <a:gd name="connsiteY11" fmla="*/ 5450273 h 6794501"/>
              <a:gd name="connsiteX12" fmla="*/ 5241897 w 7071353"/>
              <a:gd name="connsiteY12" fmla="*/ 6745301 h 6794501"/>
              <a:gd name="connsiteX13" fmla="*/ 5114605 w 7071353"/>
              <a:gd name="connsiteY13" fmla="*/ 6794501 h 6794501"/>
              <a:gd name="connsiteX14" fmla="*/ 2347980 w 7071353"/>
              <a:gd name="connsiteY14" fmla="*/ 6794501 h 6794501"/>
              <a:gd name="connsiteX15" fmla="*/ 2257512 w 7071353"/>
              <a:gd name="connsiteY15" fmla="*/ 6758626 h 6794501"/>
              <a:gd name="connsiteX16" fmla="*/ 0 w 7071353"/>
              <a:gd name="connsiteY16" fmla="*/ 3378757 h 6794501"/>
              <a:gd name="connsiteX17" fmla="*/ 2080508 w 7071353"/>
              <a:gd name="connsiteY17" fmla="*/ 72401 h 6794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071353" h="6794501">
                <a:moveTo>
                  <a:pt x="2240469" y="0"/>
                </a:moveTo>
                <a:lnTo>
                  <a:pt x="5212472" y="0"/>
                </a:lnTo>
                <a:lnTo>
                  <a:pt x="5242623" y="11689"/>
                </a:lnTo>
                <a:cubicBezTo>
                  <a:pt x="5622449" y="168914"/>
                  <a:pt x="5982425" y="388250"/>
                  <a:pt x="6326690" y="671206"/>
                </a:cubicBezTo>
                <a:lnTo>
                  <a:pt x="5582938" y="1575356"/>
                </a:lnTo>
                <a:cubicBezTo>
                  <a:pt x="5006211" y="1101339"/>
                  <a:pt x="4398560" y="880580"/>
                  <a:pt x="3670334" y="880580"/>
                </a:cubicBezTo>
                <a:cubicBezTo>
                  <a:pt x="2292275" y="880580"/>
                  <a:pt x="1171017" y="2047910"/>
                  <a:pt x="1171017" y="3378757"/>
                </a:cubicBezTo>
                <a:cubicBezTo>
                  <a:pt x="1171017" y="4709604"/>
                  <a:pt x="2338978" y="5876997"/>
                  <a:pt x="3670398" y="5876997"/>
                </a:cubicBezTo>
                <a:cubicBezTo>
                  <a:pt x="5195609" y="5876997"/>
                  <a:pt x="6054295" y="4875451"/>
                  <a:pt x="6921908" y="3610322"/>
                </a:cubicBezTo>
                <a:lnTo>
                  <a:pt x="7071353" y="3389833"/>
                </a:lnTo>
                <a:lnTo>
                  <a:pt x="7071353" y="5341973"/>
                </a:lnTo>
                <a:lnTo>
                  <a:pt x="6980441" y="5450273"/>
                </a:lnTo>
                <a:cubicBezTo>
                  <a:pt x="6494050" y="5992156"/>
                  <a:pt x="5932917" y="6458737"/>
                  <a:pt x="5241897" y="6745301"/>
                </a:cubicBezTo>
                <a:lnTo>
                  <a:pt x="5114605" y="6794501"/>
                </a:lnTo>
                <a:lnTo>
                  <a:pt x="2347980" y="6794501"/>
                </a:lnTo>
                <a:lnTo>
                  <a:pt x="2257512" y="6758626"/>
                </a:lnTo>
                <a:cubicBezTo>
                  <a:pt x="945454" y="6200940"/>
                  <a:pt x="0" y="4895923"/>
                  <a:pt x="0" y="3378757"/>
                </a:cubicBezTo>
                <a:cubicBezTo>
                  <a:pt x="0" y="1924806"/>
                  <a:pt x="850589" y="665661"/>
                  <a:pt x="2080508" y="72401"/>
                </a:cubicBezTo>
                <a:close/>
              </a:path>
            </a:pathLst>
          </a:custGeom>
          <a:solidFill>
            <a:srgbClr val="BAD142"/>
          </a:solidFill>
          <a:ln w="25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800" b="0" i="0">
              <a:latin typeface="Lato Light" panose="020F0302020204030203" pitchFamily="34" charset="77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606CF55-9BE8-72D9-D4A1-5013453BB850}"/>
              </a:ext>
            </a:extLst>
          </p:cNvPr>
          <p:cNvSpPr/>
          <p:nvPr userDrawn="1"/>
        </p:nvSpPr>
        <p:spPr>
          <a:xfrm>
            <a:off x="1" y="0"/>
            <a:ext cx="12193200" cy="63500"/>
          </a:xfrm>
          <a:prstGeom prst="rect">
            <a:avLst/>
          </a:prstGeom>
          <a:solidFill>
            <a:srgbClr val="003A6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F2F198C-DB96-82AD-210E-BD13F8D8AF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7676" y="5986801"/>
            <a:ext cx="4215600" cy="463109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100" cap="all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&lt;Month D, YYYY&gt;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AAA877B-04C0-0F45-E778-F2D14A250A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675" y="1544400"/>
            <a:ext cx="4215602" cy="37708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4300" b="0" i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spcAft>
                <a:spcPts val="2300"/>
              </a:spcAft>
              <a:defRPr sz="4300" b="0" i="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[Title slide: v1]</a:t>
            </a:r>
          </a:p>
          <a:p>
            <a:pPr lvl="1"/>
            <a:r>
              <a:rPr lang="en-GB"/>
              <a:t>Second level &lt;Description&gt;</a:t>
            </a:r>
          </a:p>
          <a:p>
            <a:pPr lvl="2"/>
            <a:r>
              <a:rPr lang="en-GB"/>
              <a:t>Third level &lt;Text&gt;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Picture Placeholder 66">
            <a:extLst>
              <a:ext uri="{FF2B5EF4-FFF2-40B4-BE49-F238E27FC236}">
                <a16:creationId xmlns:a16="http://schemas.microsoft.com/office/drawing/2014/main" id="{14D2B68D-E07C-F82A-3A95-6DFA58124B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91662" y="63502"/>
            <a:ext cx="5900338" cy="5876997"/>
          </a:xfrm>
          <a:custGeom>
            <a:avLst/>
            <a:gdLst>
              <a:gd name="connsiteX0" fmla="*/ 4041455 w 5900338"/>
              <a:gd name="connsiteY0" fmla="*/ 0 h 5876997"/>
              <a:gd name="connsiteX1" fmla="*/ 5900338 w 5900338"/>
              <a:gd name="connsiteY1" fmla="*/ 0 h 5876997"/>
              <a:gd name="connsiteX2" fmla="*/ 5900338 w 5900338"/>
              <a:gd name="connsiteY2" fmla="*/ 5110666 h 5876997"/>
              <a:gd name="connsiteX3" fmla="*/ 5900336 w 5900338"/>
              <a:gd name="connsiteY3" fmla="*/ 5110666 h 5876997"/>
              <a:gd name="connsiteX4" fmla="*/ 5900336 w 5900338"/>
              <a:gd name="connsiteY4" fmla="*/ 3389833 h 5876997"/>
              <a:gd name="connsiteX5" fmla="*/ 5750891 w 5900338"/>
              <a:gd name="connsiteY5" fmla="*/ 3610322 h 5876997"/>
              <a:gd name="connsiteX6" fmla="*/ 2499381 w 5900338"/>
              <a:gd name="connsiteY6" fmla="*/ 5876997 h 5876997"/>
              <a:gd name="connsiteX7" fmla="*/ 0 w 5900338"/>
              <a:gd name="connsiteY7" fmla="*/ 3378757 h 5876997"/>
              <a:gd name="connsiteX8" fmla="*/ 2499317 w 5900338"/>
              <a:gd name="connsiteY8" fmla="*/ 880580 h 5876997"/>
              <a:gd name="connsiteX9" fmla="*/ 4411921 w 5900338"/>
              <a:gd name="connsiteY9" fmla="*/ 1575356 h 5876997"/>
              <a:gd name="connsiteX10" fmla="*/ 5155673 w 5900338"/>
              <a:gd name="connsiteY10" fmla="*/ 671206 h 5876997"/>
              <a:gd name="connsiteX11" fmla="*/ 4071606 w 5900338"/>
              <a:gd name="connsiteY11" fmla="*/ 11689 h 5876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900338" h="5876997">
                <a:moveTo>
                  <a:pt x="4041455" y="0"/>
                </a:moveTo>
                <a:lnTo>
                  <a:pt x="5900338" y="0"/>
                </a:lnTo>
                <a:lnTo>
                  <a:pt x="5900338" y="5110666"/>
                </a:lnTo>
                <a:lnTo>
                  <a:pt x="5900336" y="5110666"/>
                </a:lnTo>
                <a:lnTo>
                  <a:pt x="5900336" y="3389833"/>
                </a:lnTo>
                <a:lnTo>
                  <a:pt x="5750891" y="3610322"/>
                </a:lnTo>
                <a:cubicBezTo>
                  <a:pt x="4883278" y="4875451"/>
                  <a:pt x="4024592" y="5876997"/>
                  <a:pt x="2499381" y="5876997"/>
                </a:cubicBezTo>
                <a:cubicBezTo>
                  <a:pt x="1167961" y="5876997"/>
                  <a:pt x="0" y="4709604"/>
                  <a:pt x="0" y="3378757"/>
                </a:cubicBezTo>
                <a:cubicBezTo>
                  <a:pt x="0" y="2047910"/>
                  <a:pt x="1121258" y="880580"/>
                  <a:pt x="2499317" y="880580"/>
                </a:cubicBezTo>
                <a:cubicBezTo>
                  <a:pt x="3227543" y="880580"/>
                  <a:pt x="3835194" y="1101339"/>
                  <a:pt x="4411921" y="1575356"/>
                </a:cubicBezTo>
                <a:lnTo>
                  <a:pt x="5155673" y="671206"/>
                </a:lnTo>
                <a:cubicBezTo>
                  <a:pt x="4811408" y="388250"/>
                  <a:pt x="4451432" y="168914"/>
                  <a:pt x="4071606" y="11689"/>
                </a:cubicBezTo>
                <a:close/>
              </a:path>
            </a:pathLst>
          </a:custGeom>
        </p:spPr>
        <p:txBody>
          <a:bodyPr wrap="square" bIns="1080000" anchor="ctr" anchorCtr="1">
            <a:noAutofit/>
          </a:bodyPr>
          <a:lstStyle>
            <a:lvl1pPr>
              <a:defRPr b="0" i="0">
                <a:solidFill>
                  <a:schemeClr val="bg1"/>
                </a:solidFill>
                <a:latin typeface="Lato Light" panose="020F0302020204030203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9B261C-4262-2842-D012-1A0A25A13B42}"/>
              </a:ext>
            </a:extLst>
          </p:cNvPr>
          <p:cNvSpPr/>
          <p:nvPr userDrawn="1"/>
        </p:nvSpPr>
        <p:spPr>
          <a:xfrm>
            <a:off x="1" y="0"/>
            <a:ext cx="12193200" cy="635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EE12E5A-BC4D-12DC-9C1C-06E7598F33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7674" y="41565"/>
            <a:ext cx="2916937" cy="70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57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4315" userDrawn="1">
          <p15:clr>
            <a:srgbClr val="FBAE40"/>
          </p15:clr>
        </p15:guide>
      </p15:sldGuideLst>
    </p:ext>
  </p:extLs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9606CF55-9BE8-72D9-D4A1-5013453BB850}"/>
              </a:ext>
            </a:extLst>
          </p:cNvPr>
          <p:cNvSpPr/>
          <p:nvPr userDrawn="1"/>
        </p:nvSpPr>
        <p:spPr>
          <a:xfrm>
            <a:off x="1" y="0"/>
            <a:ext cx="12193200" cy="63500"/>
          </a:xfrm>
          <a:prstGeom prst="rect">
            <a:avLst/>
          </a:prstGeom>
          <a:solidFill>
            <a:srgbClr val="003A6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9B261C-4262-2842-D012-1A0A25A13B42}"/>
              </a:ext>
            </a:extLst>
          </p:cNvPr>
          <p:cNvSpPr/>
          <p:nvPr userDrawn="1"/>
        </p:nvSpPr>
        <p:spPr>
          <a:xfrm>
            <a:off x="1" y="0"/>
            <a:ext cx="12193200" cy="635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32420D-5BE9-054F-401A-084E8ADA62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7019" y="690445"/>
            <a:ext cx="11273244" cy="617384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6AB55EE-70DE-EE59-EDAB-8FCE912B50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674" y="41565"/>
            <a:ext cx="2916937" cy="70364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1626130-B1BA-C177-001F-0BBB471615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4370" y="3581714"/>
            <a:ext cx="4754880" cy="194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43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4315" userDrawn="1">
          <p15:clr>
            <a:srgbClr val="FBAE40"/>
          </p15:clr>
        </p15:guide>
      </p15:sldGuideLst>
    </p:ext>
  </p:extLs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: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9606CF55-9BE8-72D9-D4A1-5013453BB850}"/>
              </a:ext>
            </a:extLst>
          </p:cNvPr>
          <p:cNvSpPr/>
          <p:nvPr userDrawn="1"/>
        </p:nvSpPr>
        <p:spPr>
          <a:xfrm>
            <a:off x="1" y="0"/>
            <a:ext cx="12193200" cy="63500"/>
          </a:xfrm>
          <a:prstGeom prst="rect">
            <a:avLst/>
          </a:prstGeom>
          <a:solidFill>
            <a:srgbClr val="003A6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9B261C-4262-2842-D012-1A0A25A13B42}"/>
              </a:ext>
            </a:extLst>
          </p:cNvPr>
          <p:cNvSpPr/>
          <p:nvPr userDrawn="1"/>
        </p:nvSpPr>
        <p:spPr>
          <a:xfrm>
            <a:off x="1" y="0"/>
            <a:ext cx="12193200" cy="635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7A24EF-3615-5430-3F81-E2AF55A44FB1}"/>
              </a:ext>
            </a:extLst>
          </p:cNvPr>
          <p:cNvGrpSpPr/>
          <p:nvPr userDrawn="1"/>
        </p:nvGrpSpPr>
        <p:grpSpPr>
          <a:xfrm>
            <a:off x="6618041" y="1056943"/>
            <a:ext cx="5556267" cy="5360439"/>
            <a:chOff x="6874033" y="1056942"/>
            <a:chExt cx="5556267" cy="5360439"/>
          </a:xfrm>
          <a:solidFill>
            <a:schemeClr val="accent3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DEBEB17-FB54-72C0-42AE-53D5F26B5B0E}"/>
                </a:ext>
              </a:extLst>
            </p:cNvPr>
            <p:cNvSpPr/>
            <p:nvPr userDrawn="1"/>
          </p:nvSpPr>
          <p:spPr>
            <a:xfrm>
              <a:off x="6874033" y="105694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5E03E281-76DF-ED68-0D93-F725C0D12CFF}"/>
                </a:ext>
              </a:extLst>
            </p:cNvPr>
            <p:cNvSpPr/>
            <p:nvPr userDrawn="1"/>
          </p:nvSpPr>
          <p:spPr>
            <a:xfrm>
              <a:off x="6874033" y="166662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34534C6-472B-1881-A351-E90BCAF015B1}"/>
                </a:ext>
              </a:extLst>
            </p:cNvPr>
            <p:cNvSpPr/>
            <p:nvPr userDrawn="1"/>
          </p:nvSpPr>
          <p:spPr>
            <a:xfrm>
              <a:off x="6874033" y="227631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8C4AA9C-C1E8-EE86-95E8-D2146898EFDE}"/>
                </a:ext>
              </a:extLst>
            </p:cNvPr>
            <p:cNvSpPr/>
            <p:nvPr userDrawn="1"/>
          </p:nvSpPr>
          <p:spPr>
            <a:xfrm>
              <a:off x="6874033" y="2886000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72A3CCE-4E70-0734-462C-0C53DC58881E}"/>
                </a:ext>
              </a:extLst>
            </p:cNvPr>
            <p:cNvSpPr/>
            <p:nvPr userDrawn="1"/>
          </p:nvSpPr>
          <p:spPr>
            <a:xfrm>
              <a:off x="6874033" y="3495686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D83B56-4CED-C9D3-486E-7B1E59A18EC5}"/>
                </a:ext>
              </a:extLst>
            </p:cNvPr>
            <p:cNvSpPr/>
            <p:nvPr userDrawn="1"/>
          </p:nvSpPr>
          <p:spPr>
            <a:xfrm>
              <a:off x="6874033" y="410537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443C390-21DE-6E95-974E-20C1D50CE996}"/>
                </a:ext>
              </a:extLst>
            </p:cNvPr>
            <p:cNvSpPr/>
            <p:nvPr userDrawn="1"/>
          </p:nvSpPr>
          <p:spPr>
            <a:xfrm>
              <a:off x="10268847" y="105694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90A8F91-9E69-ED81-FBF4-F4FEBC36D2B2}"/>
                </a:ext>
              </a:extLst>
            </p:cNvPr>
            <p:cNvSpPr/>
            <p:nvPr userDrawn="1"/>
          </p:nvSpPr>
          <p:spPr>
            <a:xfrm>
              <a:off x="10268847" y="166662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0C97116-67C5-302C-5D8B-589C85FAD504}"/>
                </a:ext>
              </a:extLst>
            </p:cNvPr>
            <p:cNvSpPr/>
            <p:nvPr userDrawn="1"/>
          </p:nvSpPr>
          <p:spPr>
            <a:xfrm>
              <a:off x="10268847" y="227631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AFD64A5A-53E1-DF1A-24F7-9BE391AB3398}"/>
                </a:ext>
              </a:extLst>
            </p:cNvPr>
            <p:cNvSpPr/>
            <p:nvPr userDrawn="1"/>
          </p:nvSpPr>
          <p:spPr>
            <a:xfrm>
              <a:off x="10268847" y="2886000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68C1752-8FD3-C4C1-FDCF-FCA7B170DC2A}"/>
                </a:ext>
              </a:extLst>
            </p:cNvPr>
            <p:cNvSpPr/>
            <p:nvPr userDrawn="1"/>
          </p:nvSpPr>
          <p:spPr>
            <a:xfrm>
              <a:off x="10268847" y="3495686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6779931-C737-3DAD-7FC7-A636BDE6ED01}"/>
                </a:ext>
              </a:extLst>
            </p:cNvPr>
            <p:cNvSpPr/>
            <p:nvPr userDrawn="1"/>
          </p:nvSpPr>
          <p:spPr>
            <a:xfrm>
              <a:off x="10268847" y="410537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2ED0532-C6F9-B847-32A4-D0D397F9C304}"/>
                </a:ext>
              </a:extLst>
            </p:cNvPr>
            <p:cNvSpPr/>
            <p:nvPr userDrawn="1"/>
          </p:nvSpPr>
          <p:spPr>
            <a:xfrm>
              <a:off x="11400450" y="105694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6A96B9-0105-192F-0D94-90894A5E8A4B}"/>
                </a:ext>
              </a:extLst>
            </p:cNvPr>
            <p:cNvSpPr/>
            <p:nvPr userDrawn="1"/>
          </p:nvSpPr>
          <p:spPr>
            <a:xfrm>
              <a:off x="11400450" y="166662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F905A10-3651-AA07-AF03-78EEF52E2496}"/>
                </a:ext>
              </a:extLst>
            </p:cNvPr>
            <p:cNvSpPr/>
            <p:nvPr userDrawn="1"/>
          </p:nvSpPr>
          <p:spPr>
            <a:xfrm>
              <a:off x="11400450" y="227631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39DBBB8-CA5C-E0F5-FB44-53AD44482D6B}"/>
                </a:ext>
              </a:extLst>
            </p:cNvPr>
            <p:cNvSpPr/>
            <p:nvPr userDrawn="1"/>
          </p:nvSpPr>
          <p:spPr>
            <a:xfrm>
              <a:off x="11400450" y="2886000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DFA9955-A36C-368B-F71B-F60F74705B3F}"/>
                </a:ext>
              </a:extLst>
            </p:cNvPr>
            <p:cNvSpPr/>
            <p:nvPr userDrawn="1"/>
          </p:nvSpPr>
          <p:spPr>
            <a:xfrm>
              <a:off x="11400450" y="3495686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5AE93AC-53A4-55C8-7477-CB1EA2BA242C}"/>
                </a:ext>
              </a:extLst>
            </p:cNvPr>
            <p:cNvSpPr/>
            <p:nvPr userDrawn="1"/>
          </p:nvSpPr>
          <p:spPr>
            <a:xfrm>
              <a:off x="11400450" y="410537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337637C-BE31-D9E2-EADA-34E97BB489CB}"/>
                </a:ext>
              </a:extLst>
            </p:cNvPr>
            <p:cNvSpPr/>
            <p:nvPr userDrawn="1"/>
          </p:nvSpPr>
          <p:spPr>
            <a:xfrm>
              <a:off x="9137242" y="105694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C3F2236-DE1D-06D5-DC6A-35F27D24B63F}"/>
                </a:ext>
              </a:extLst>
            </p:cNvPr>
            <p:cNvSpPr/>
            <p:nvPr userDrawn="1"/>
          </p:nvSpPr>
          <p:spPr>
            <a:xfrm>
              <a:off x="9137242" y="166662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93C7EFD-1EEA-2B12-404B-D08F87D56156}"/>
                </a:ext>
              </a:extLst>
            </p:cNvPr>
            <p:cNvSpPr/>
            <p:nvPr userDrawn="1"/>
          </p:nvSpPr>
          <p:spPr>
            <a:xfrm>
              <a:off x="9137242" y="227631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4373626E-1232-29D4-8A7A-264ADA9D653D}"/>
                </a:ext>
              </a:extLst>
            </p:cNvPr>
            <p:cNvSpPr/>
            <p:nvPr userDrawn="1"/>
          </p:nvSpPr>
          <p:spPr>
            <a:xfrm>
              <a:off x="9137242" y="2886000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7C679FBA-51B2-0A16-437B-6F01477E03A3}"/>
                </a:ext>
              </a:extLst>
            </p:cNvPr>
            <p:cNvSpPr/>
            <p:nvPr userDrawn="1"/>
          </p:nvSpPr>
          <p:spPr>
            <a:xfrm>
              <a:off x="9137242" y="3495686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C6CFAB1-F744-2E88-CA78-B81DA1E90E1F}"/>
                </a:ext>
              </a:extLst>
            </p:cNvPr>
            <p:cNvSpPr/>
            <p:nvPr userDrawn="1"/>
          </p:nvSpPr>
          <p:spPr>
            <a:xfrm>
              <a:off x="9137242" y="410537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A5CD067-36B5-15BA-4FC5-D58536901AC5}"/>
                </a:ext>
              </a:extLst>
            </p:cNvPr>
            <p:cNvSpPr/>
            <p:nvPr userDrawn="1"/>
          </p:nvSpPr>
          <p:spPr>
            <a:xfrm>
              <a:off x="8005638" y="105694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4246041-A8C8-3258-547F-A91B95B4F6B4}"/>
                </a:ext>
              </a:extLst>
            </p:cNvPr>
            <p:cNvSpPr/>
            <p:nvPr userDrawn="1"/>
          </p:nvSpPr>
          <p:spPr>
            <a:xfrm>
              <a:off x="8005638" y="166662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1847E919-A5F3-C3AB-3B79-418964C92607}"/>
                </a:ext>
              </a:extLst>
            </p:cNvPr>
            <p:cNvSpPr/>
            <p:nvPr userDrawn="1"/>
          </p:nvSpPr>
          <p:spPr>
            <a:xfrm>
              <a:off x="8005638" y="227631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5328A9A2-A6F4-8058-3ACF-F9B0B0C4D642}"/>
                </a:ext>
              </a:extLst>
            </p:cNvPr>
            <p:cNvSpPr/>
            <p:nvPr userDrawn="1"/>
          </p:nvSpPr>
          <p:spPr>
            <a:xfrm>
              <a:off x="8005638" y="2886000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2E81DCCC-DAF4-B90F-17EE-9DC27D3FAB6F}"/>
                </a:ext>
              </a:extLst>
            </p:cNvPr>
            <p:cNvSpPr/>
            <p:nvPr userDrawn="1"/>
          </p:nvSpPr>
          <p:spPr>
            <a:xfrm>
              <a:off x="8005638" y="3495686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CD84C8FC-B386-8939-A45F-687BAA5CA25C}"/>
                </a:ext>
              </a:extLst>
            </p:cNvPr>
            <p:cNvSpPr/>
            <p:nvPr userDrawn="1"/>
          </p:nvSpPr>
          <p:spPr>
            <a:xfrm>
              <a:off x="8005638" y="410537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770B2D-4554-4374-E2CE-915667C0D432}"/>
                </a:ext>
              </a:extLst>
            </p:cNvPr>
            <p:cNvSpPr/>
            <p:nvPr userDrawn="1"/>
          </p:nvSpPr>
          <p:spPr>
            <a:xfrm>
              <a:off x="6874033" y="471505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71A862B4-BEDD-1B85-7F04-C10E5A312EB7}"/>
                </a:ext>
              </a:extLst>
            </p:cNvPr>
            <p:cNvSpPr/>
            <p:nvPr userDrawn="1"/>
          </p:nvSpPr>
          <p:spPr>
            <a:xfrm>
              <a:off x="10268847" y="471505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65342726-B15A-F56C-EA70-D337F376203B}"/>
                </a:ext>
              </a:extLst>
            </p:cNvPr>
            <p:cNvSpPr/>
            <p:nvPr userDrawn="1"/>
          </p:nvSpPr>
          <p:spPr>
            <a:xfrm>
              <a:off x="11400450" y="471505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91405776-7A29-7E03-10BA-9D5F3E9312F6}"/>
                </a:ext>
              </a:extLst>
            </p:cNvPr>
            <p:cNvSpPr/>
            <p:nvPr userDrawn="1"/>
          </p:nvSpPr>
          <p:spPr>
            <a:xfrm>
              <a:off x="9137242" y="471505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D03BE06B-E48D-FB09-0DB1-F77BA0EA39B0}"/>
                </a:ext>
              </a:extLst>
            </p:cNvPr>
            <p:cNvSpPr/>
            <p:nvPr userDrawn="1"/>
          </p:nvSpPr>
          <p:spPr>
            <a:xfrm>
              <a:off x="8005638" y="471505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B4EDA1FE-45F5-84A9-F7E1-B2482CD05C39}"/>
                </a:ext>
              </a:extLst>
            </p:cNvPr>
            <p:cNvSpPr/>
            <p:nvPr userDrawn="1"/>
          </p:nvSpPr>
          <p:spPr>
            <a:xfrm>
              <a:off x="6874033" y="532474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1E1E4FA9-B6BC-668D-025A-213BC0DD3763}"/>
                </a:ext>
              </a:extLst>
            </p:cNvPr>
            <p:cNvSpPr/>
            <p:nvPr userDrawn="1"/>
          </p:nvSpPr>
          <p:spPr>
            <a:xfrm>
              <a:off x="10268847" y="532474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A4525E2F-BD37-5A82-0897-76F6BAAF09E1}"/>
                </a:ext>
              </a:extLst>
            </p:cNvPr>
            <p:cNvSpPr/>
            <p:nvPr userDrawn="1"/>
          </p:nvSpPr>
          <p:spPr>
            <a:xfrm>
              <a:off x="11400450" y="532474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290C5B7A-9014-4150-B596-0065143F5EEE}"/>
                </a:ext>
              </a:extLst>
            </p:cNvPr>
            <p:cNvSpPr/>
            <p:nvPr userDrawn="1"/>
          </p:nvSpPr>
          <p:spPr>
            <a:xfrm>
              <a:off x="9137242" y="532474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2AB7088B-7804-6469-E361-E26FE126DF9E}"/>
                </a:ext>
              </a:extLst>
            </p:cNvPr>
            <p:cNvSpPr/>
            <p:nvPr userDrawn="1"/>
          </p:nvSpPr>
          <p:spPr>
            <a:xfrm>
              <a:off x="8005638" y="532474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4CBAF5C4-CF0E-C536-04AD-9C6715239CAC}"/>
                </a:ext>
              </a:extLst>
            </p:cNvPr>
            <p:cNvSpPr/>
            <p:nvPr userDrawn="1"/>
          </p:nvSpPr>
          <p:spPr>
            <a:xfrm>
              <a:off x="6874033" y="5934431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0768C186-469F-A70B-A424-57F5D2CB05B8}"/>
                </a:ext>
              </a:extLst>
            </p:cNvPr>
            <p:cNvSpPr/>
            <p:nvPr userDrawn="1"/>
          </p:nvSpPr>
          <p:spPr>
            <a:xfrm>
              <a:off x="10268847" y="5934431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3F045770-716E-28C5-405F-94DD3CE15532}"/>
                </a:ext>
              </a:extLst>
            </p:cNvPr>
            <p:cNvSpPr/>
            <p:nvPr userDrawn="1"/>
          </p:nvSpPr>
          <p:spPr>
            <a:xfrm>
              <a:off x="11400450" y="5934431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ADBF6711-3D1F-404F-6024-BFFDBE7FB781}"/>
                </a:ext>
              </a:extLst>
            </p:cNvPr>
            <p:cNvSpPr/>
            <p:nvPr userDrawn="1"/>
          </p:nvSpPr>
          <p:spPr>
            <a:xfrm>
              <a:off x="9137242" y="5934431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E0A721B8-35FB-828A-23C1-632F9D5A7E40}"/>
                </a:ext>
              </a:extLst>
            </p:cNvPr>
            <p:cNvSpPr/>
            <p:nvPr userDrawn="1"/>
          </p:nvSpPr>
          <p:spPr>
            <a:xfrm>
              <a:off x="8005638" y="5934431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CA85F741-A5EC-40EE-188E-FE2E6842BE1F}"/>
              </a:ext>
            </a:extLst>
          </p:cNvPr>
          <p:cNvSpPr/>
          <p:nvPr userDrawn="1"/>
        </p:nvSpPr>
        <p:spPr>
          <a:xfrm>
            <a:off x="6430109" y="1056942"/>
            <a:ext cx="5354350" cy="5477422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t" anchorCtr="0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C2FDADA-80C6-0F70-42EB-C02F99B19F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7674" y="41565"/>
            <a:ext cx="2916937" cy="70364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4DA8D9D-50D3-6B62-0C84-F92DB9339F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647" y="2578750"/>
            <a:ext cx="5248656" cy="215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881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4315" userDrawn="1">
          <p15:clr>
            <a:srgbClr val="FBAE40"/>
          </p15:clr>
        </p15:guide>
      </p15:sldGuideLst>
    </p:ext>
  </p:extLs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reeform 67">
            <a:extLst>
              <a:ext uri="{FF2B5EF4-FFF2-40B4-BE49-F238E27FC236}">
                <a16:creationId xmlns:a16="http://schemas.microsoft.com/office/drawing/2014/main" id="{935279DD-CEEE-FE40-2E3D-554713CAC310}"/>
              </a:ext>
            </a:extLst>
          </p:cNvPr>
          <p:cNvSpPr/>
          <p:nvPr userDrawn="1"/>
        </p:nvSpPr>
        <p:spPr>
          <a:xfrm>
            <a:off x="5120647" y="63501"/>
            <a:ext cx="7071353" cy="6794501"/>
          </a:xfrm>
          <a:custGeom>
            <a:avLst/>
            <a:gdLst>
              <a:gd name="connsiteX0" fmla="*/ 2240469 w 7071353"/>
              <a:gd name="connsiteY0" fmla="*/ 0 h 6794501"/>
              <a:gd name="connsiteX1" fmla="*/ 5212472 w 7071353"/>
              <a:gd name="connsiteY1" fmla="*/ 0 h 6794501"/>
              <a:gd name="connsiteX2" fmla="*/ 5242623 w 7071353"/>
              <a:gd name="connsiteY2" fmla="*/ 11689 h 6794501"/>
              <a:gd name="connsiteX3" fmla="*/ 6326690 w 7071353"/>
              <a:gd name="connsiteY3" fmla="*/ 671206 h 6794501"/>
              <a:gd name="connsiteX4" fmla="*/ 5582938 w 7071353"/>
              <a:gd name="connsiteY4" fmla="*/ 1575356 h 6794501"/>
              <a:gd name="connsiteX5" fmla="*/ 3670334 w 7071353"/>
              <a:gd name="connsiteY5" fmla="*/ 880580 h 6794501"/>
              <a:gd name="connsiteX6" fmla="*/ 1171017 w 7071353"/>
              <a:gd name="connsiteY6" fmla="*/ 3378757 h 6794501"/>
              <a:gd name="connsiteX7" fmla="*/ 3670398 w 7071353"/>
              <a:gd name="connsiteY7" fmla="*/ 5876997 h 6794501"/>
              <a:gd name="connsiteX8" fmla="*/ 6921908 w 7071353"/>
              <a:gd name="connsiteY8" fmla="*/ 3610322 h 6794501"/>
              <a:gd name="connsiteX9" fmla="*/ 7071353 w 7071353"/>
              <a:gd name="connsiteY9" fmla="*/ 3389833 h 6794501"/>
              <a:gd name="connsiteX10" fmla="*/ 7071353 w 7071353"/>
              <a:gd name="connsiteY10" fmla="*/ 5341973 h 6794501"/>
              <a:gd name="connsiteX11" fmla="*/ 6980441 w 7071353"/>
              <a:gd name="connsiteY11" fmla="*/ 5450273 h 6794501"/>
              <a:gd name="connsiteX12" fmla="*/ 5241897 w 7071353"/>
              <a:gd name="connsiteY12" fmla="*/ 6745301 h 6794501"/>
              <a:gd name="connsiteX13" fmla="*/ 5114605 w 7071353"/>
              <a:gd name="connsiteY13" fmla="*/ 6794501 h 6794501"/>
              <a:gd name="connsiteX14" fmla="*/ 2347980 w 7071353"/>
              <a:gd name="connsiteY14" fmla="*/ 6794501 h 6794501"/>
              <a:gd name="connsiteX15" fmla="*/ 2257512 w 7071353"/>
              <a:gd name="connsiteY15" fmla="*/ 6758626 h 6794501"/>
              <a:gd name="connsiteX16" fmla="*/ 0 w 7071353"/>
              <a:gd name="connsiteY16" fmla="*/ 3378757 h 6794501"/>
              <a:gd name="connsiteX17" fmla="*/ 2080508 w 7071353"/>
              <a:gd name="connsiteY17" fmla="*/ 72401 h 6794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071353" h="6794501">
                <a:moveTo>
                  <a:pt x="2240469" y="0"/>
                </a:moveTo>
                <a:lnTo>
                  <a:pt x="5212472" y="0"/>
                </a:lnTo>
                <a:lnTo>
                  <a:pt x="5242623" y="11689"/>
                </a:lnTo>
                <a:cubicBezTo>
                  <a:pt x="5622449" y="168914"/>
                  <a:pt x="5982425" y="388250"/>
                  <a:pt x="6326690" y="671206"/>
                </a:cubicBezTo>
                <a:lnTo>
                  <a:pt x="5582938" y="1575356"/>
                </a:lnTo>
                <a:cubicBezTo>
                  <a:pt x="5006211" y="1101339"/>
                  <a:pt x="4398560" y="880580"/>
                  <a:pt x="3670334" y="880580"/>
                </a:cubicBezTo>
                <a:cubicBezTo>
                  <a:pt x="2292275" y="880580"/>
                  <a:pt x="1171017" y="2047910"/>
                  <a:pt x="1171017" y="3378757"/>
                </a:cubicBezTo>
                <a:cubicBezTo>
                  <a:pt x="1171017" y="4709604"/>
                  <a:pt x="2338978" y="5876997"/>
                  <a:pt x="3670398" y="5876997"/>
                </a:cubicBezTo>
                <a:cubicBezTo>
                  <a:pt x="5195609" y="5876997"/>
                  <a:pt x="6054295" y="4875451"/>
                  <a:pt x="6921908" y="3610322"/>
                </a:cubicBezTo>
                <a:lnTo>
                  <a:pt x="7071353" y="3389833"/>
                </a:lnTo>
                <a:lnTo>
                  <a:pt x="7071353" y="5341973"/>
                </a:lnTo>
                <a:lnTo>
                  <a:pt x="6980441" y="5450273"/>
                </a:lnTo>
                <a:cubicBezTo>
                  <a:pt x="6494050" y="5992156"/>
                  <a:pt x="5932917" y="6458737"/>
                  <a:pt x="5241897" y="6745301"/>
                </a:cubicBezTo>
                <a:lnTo>
                  <a:pt x="5114605" y="6794501"/>
                </a:lnTo>
                <a:lnTo>
                  <a:pt x="2347980" y="6794501"/>
                </a:lnTo>
                <a:lnTo>
                  <a:pt x="2257512" y="6758626"/>
                </a:lnTo>
                <a:cubicBezTo>
                  <a:pt x="945454" y="6200940"/>
                  <a:pt x="0" y="4895923"/>
                  <a:pt x="0" y="3378757"/>
                </a:cubicBezTo>
                <a:cubicBezTo>
                  <a:pt x="0" y="1924806"/>
                  <a:pt x="850589" y="665661"/>
                  <a:pt x="2080508" y="72401"/>
                </a:cubicBezTo>
                <a:close/>
              </a:path>
            </a:pathLst>
          </a:custGeom>
          <a:solidFill>
            <a:schemeClr val="accent1"/>
          </a:solidFill>
          <a:ln w="25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800" b="0" i="0">
              <a:latin typeface="Lato Light" panose="020F0302020204030203" pitchFamily="34" charset="77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F2F198C-DB96-82AD-210E-BD13F8D8AF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7676" y="5986801"/>
            <a:ext cx="4215600" cy="463109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100" cap="all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&lt;Month D, YYYY&gt;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AAA877B-04C0-0F45-E778-F2D14A250A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675" y="1544400"/>
            <a:ext cx="4215602" cy="37708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4300" b="0" i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spcAft>
                <a:spcPts val="2300"/>
              </a:spcAft>
              <a:defRPr sz="4300" b="0" i="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[Title slide: v6]</a:t>
            </a:r>
          </a:p>
          <a:p>
            <a:pPr lvl="1"/>
            <a:r>
              <a:rPr lang="en-GB"/>
              <a:t>Second level &lt;Description&gt;</a:t>
            </a:r>
          </a:p>
          <a:p>
            <a:pPr lvl="2"/>
            <a:r>
              <a:rPr lang="en-GB"/>
              <a:t>Third level &lt;Text&gt;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Picture Placeholder 66">
            <a:extLst>
              <a:ext uri="{FF2B5EF4-FFF2-40B4-BE49-F238E27FC236}">
                <a16:creationId xmlns:a16="http://schemas.microsoft.com/office/drawing/2014/main" id="{14D2B68D-E07C-F82A-3A95-6DFA58124B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91662" y="63502"/>
            <a:ext cx="5900338" cy="5876997"/>
          </a:xfrm>
          <a:custGeom>
            <a:avLst/>
            <a:gdLst>
              <a:gd name="connsiteX0" fmla="*/ 4041455 w 5900338"/>
              <a:gd name="connsiteY0" fmla="*/ 0 h 5876997"/>
              <a:gd name="connsiteX1" fmla="*/ 5900338 w 5900338"/>
              <a:gd name="connsiteY1" fmla="*/ 0 h 5876997"/>
              <a:gd name="connsiteX2" fmla="*/ 5900338 w 5900338"/>
              <a:gd name="connsiteY2" fmla="*/ 5110666 h 5876997"/>
              <a:gd name="connsiteX3" fmla="*/ 5900336 w 5900338"/>
              <a:gd name="connsiteY3" fmla="*/ 5110666 h 5876997"/>
              <a:gd name="connsiteX4" fmla="*/ 5900336 w 5900338"/>
              <a:gd name="connsiteY4" fmla="*/ 3389833 h 5876997"/>
              <a:gd name="connsiteX5" fmla="*/ 5750891 w 5900338"/>
              <a:gd name="connsiteY5" fmla="*/ 3610322 h 5876997"/>
              <a:gd name="connsiteX6" fmla="*/ 2499381 w 5900338"/>
              <a:gd name="connsiteY6" fmla="*/ 5876997 h 5876997"/>
              <a:gd name="connsiteX7" fmla="*/ 0 w 5900338"/>
              <a:gd name="connsiteY7" fmla="*/ 3378757 h 5876997"/>
              <a:gd name="connsiteX8" fmla="*/ 2499317 w 5900338"/>
              <a:gd name="connsiteY8" fmla="*/ 880580 h 5876997"/>
              <a:gd name="connsiteX9" fmla="*/ 4411921 w 5900338"/>
              <a:gd name="connsiteY9" fmla="*/ 1575356 h 5876997"/>
              <a:gd name="connsiteX10" fmla="*/ 5155673 w 5900338"/>
              <a:gd name="connsiteY10" fmla="*/ 671206 h 5876997"/>
              <a:gd name="connsiteX11" fmla="*/ 4071606 w 5900338"/>
              <a:gd name="connsiteY11" fmla="*/ 11689 h 5876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900338" h="5876997">
                <a:moveTo>
                  <a:pt x="4041455" y="0"/>
                </a:moveTo>
                <a:lnTo>
                  <a:pt x="5900338" y="0"/>
                </a:lnTo>
                <a:lnTo>
                  <a:pt x="5900338" y="5110666"/>
                </a:lnTo>
                <a:lnTo>
                  <a:pt x="5900336" y="5110666"/>
                </a:lnTo>
                <a:lnTo>
                  <a:pt x="5900336" y="3389833"/>
                </a:lnTo>
                <a:lnTo>
                  <a:pt x="5750891" y="3610322"/>
                </a:lnTo>
                <a:cubicBezTo>
                  <a:pt x="4883278" y="4875451"/>
                  <a:pt x="4024592" y="5876997"/>
                  <a:pt x="2499381" y="5876997"/>
                </a:cubicBezTo>
                <a:cubicBezTo>
                  <a:pt x="1167961" y="5876997"/>
                  <a:pt x="0" y="4709604"/>
                  <a:pt x="0" y="3378757"/>
                </a:cubicBezTo>
                <a:cubicBezTo>
                  <a:pt x="0" y="2047910"/>
                  <a:pt x="1121258" y="880580"/>
                  <a:pt x="2499317" y="880580"/>
                </a:cubicBezTo>
                <a:cubicBezTo>
                  <a:pt x="3227543" y="880580"/>
                  <a:pt x="3835194" y="1101339"/>
                  <a:pt x="4411921" y="1575356"/>
                </a:cubicBezTo>
                <a:lnTo>
                  <a:pt x="5155673" y="671206"/>
                </a:lnTo>
                <a:cubicBezTo>
                  <a:pt x="4811408" y="388250"/>
                  <a:pt x="4451432" y="168914"/>
                  <a:pt x="4071606" y="11689"/>
                </a:cubicBezTo>
                <a:close/>
              </a:path>
            </a:pathLst>
          </a:custGeom>
        </p:spPr>
        <p:txBody>
          <a:bodyPr wrap="square" bIns="1080000" anchor="ctr" anchorCtr="1">
            <a:noAutofit/>
          </a:bodyPr>
          <a:lstStyle>
            <a:lvl1pPr>
              <a:defRPr b="0" i="0">
                <a:solidFill>
                  <a:schemeClr val="bg1"/>
                </a:solidFill>
                <a:latin typeface="Lato Light" panose="020F0302020204030203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D8BF02-ED26-A52B-17F6-A09E51EFCCED}"/>
              </a:ext>
            </a:extLst>
          </p:cNvPr>
          <p:cNvSpPr/>
          <p:nvPr userDrawn="1"/>
        </p:nvSpPr>
        <p:spPr>
          <a:xfrm>
            <a:off x="1" y="0"/>
            <a:ext cx="12193200" cy="63500"/>
          </a:xfrm>
          <a:prstGeom prst="rect">
            <a:avLst/>
          </a:prstGeom>
          <a:solidFill>
            <a:srgbClr val="003A6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B883E8-F8C7-5E2C-5CBB-152AD6F913A1}"/>
              </a:ext>
            </a:extLst>
          </p:cNvPr>
          <p:cNvSpPr/>
          <p:nvPr userDrawn="1"/>
        </p:nvSpPr>
        <p:spPr>
          <a:xfrm>
            <a:off x="1" y="0"/>
            <a:ext cx="12193200" cy="635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F75D6A4-904B-A7B9-2318-F4E4C8131C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7674" y="41565"/>
            <a:ext cx="2916937" cy="70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10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v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8CB255-5311-8FA5-844C-35C1EAC65C44}"/>
              </a:ext>
            </a:extLst>
          </p:cNvPr>
          <p:cNvSpPr/>
          <p:nvPr userDrawn="1"/>
        </p:nvSpPr>
        <p:spPr>
          <a:xfrm>
            <a:off x="3" y="1"/>
            <a:ext cx="12191998" cy="6858001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t" anchorCtr="0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sp>
        <p:nvSpPr>
          <p:cNvPr id="68" name="Freeform 67">
            <a:extLst>
              <a:ext uri="{FF2B5EF4-FFF2-40B4-BE49-F238E27FC236}">
                <a16:creationId xmlns:a16="http://schemas.microsoft.com/office/drawing/2014/main" id="{935279DD-CEEE-FE40-2E3D-554713CAC310}"/>
              </a:ext>
            </a:extLst>
          </p:cNvPr>
          <p:cNvSpPr/>
          <p:nvPr userDrawn="1"/>
        </p:nvSpPr>
        <p:spPr>
          <a:xfrm>
            <a:off x="5120645" y="63501"/>
            <a:ext cx="7071353" cy="6794501"/>
          </a:xfrm>
          <a:custGeom>
            <a:avLst/>
            <a:gdLst>
              <a:gd name="connsiteX0" fmla="*/ 2240469 w 7071353"/>
              <a:gd name="connsiteY0" fmla="*/ 0 h 6794501"/>
              <a:gd name="connsiteX1" fmla="*/ 5212472 w 7071353"/>
              <a:gd name="connsiteY1" fmla="*/ 0 h 6794501"/>
              <a:gd name="connsiteX2" fmla="*/ 5242623 w 7071353"/>
              <a:gd name="connsiteY2" fmla="*/ 11689 h 6794501"/>
              <a:gd name="connsiteX3" fmla="*/ 6326690 w 7071353"/>
              <a:gd name="connsiteY3" fmla="*/ 671206 h 6794501"/>
              <a:gd name="connsiteX4" fmla="*/ 5582938 w 7071353"/>
              <a:gd name="connsiteY4" fmla="*/ 1575356 h 6794501"/>
              <a:gd name="connsiteX5" fmla="*/ 3670334 w 7071353"/>
              <a:gd name="connsiteY5" fmla="*/ 880580 h 6794501"/>
              <a:gd name="connsiteX6" fmla="*/ 1171017 w 7071353"/>
              <a:gd name="connsiteY6" fmla="*/ 3378757 h 6794501"/>
              <a:gd name="connsiteX7" fmla="*/ 3670398 w 7071353"/>
              <a:gd name="connsiteY7" fmla="*/ 5876997 h 6794501"/>
              <a:gd name="connsiteX8" fmla="*/ 6921908 w 7071353"/>
              <a:gd name="connsiteY8" fmla="*/ 3610322 h 6794501"/>
              <a:gd name="connsiteX9" fmla="*/ 7071353 w 7071353"/>
              <a:gd name="connsiteY9" fmla="*/ 3389833 h 6794501"/>
              <a:gd name="connsiteX10" fmla="*/ 7071353 w 7071353"/>
              <a:gd name="connsiteY10" fmla="*/ 5341973 h 6794501"/>
              <a:gd name="connsiteX11" fmla="*/ 6980441 w 7071353"/>
              <a:gd name="connsiteY11" fmla="*/ 5450273 h 6794501"/>
              <a:gd name="connsiteX12" fmla="*/ 5241897 w 7071353"/>
              <a:gd name="connsiteY12" fmla="*/ 6745301 h 6794501"/>
              <a:gd name="connsiteX13" fmla="*/ 5114605 w 7071353"/>
              <a:gd name="connsiteY13" fmla="*/ 6794501 h 6794501"/>
              <a:gd name="connsiteX14" fmla="*/ 2347980 w 7071353"/>
              <a:gd name="connsiteY14" fmla="*/ 6794501 h 6794501"/>
              <a:gd name="connsiteX15" fmla="*/ 2257512 w 7071353"/>
              <a:gd name="connsiteY15" fmla="*/ 6758626 h 6794501"/>
              <a:gd name="connsiteX16" fmla="*/ 0 w 7071353"/>
              <a:gd name="connsiteY16" fmla="*/ 3378757 h 6794501"/>
              <a:gd name="connsiteX17" fmla="*/ 2080508 w 7071353"/>
              <a:gd name="connsiteY17" fmla="*/ 72401 h 6794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071353" h="6794501">
                <a:moveTo>
                  <a:pt x="2240469" y="0"/>
                </a:moveTo>
                <a:lnTo>
                  <a:pt x="5212472" y="0"/>
                </a:lnTo>
                <a:lnTo>
                  <a:pt x="5242623" y="11689"/>
                </a:lnTo>
                <a:cubicBezTo>
                  <a:pt x="5622449" y="168914"/>
                  <a:pt x="5982425" y="388250"/>
                  <a:pt x="6326690" y="671206"/>
                </a:cubicBezTo>
                <a:lnTo>
                  <a:pt x="5582938" y="1575356"/>
                </a:lnTo>
                <a:cubicBezTo>
                  <a:pt x="5006211" y="1101339"/>
                  <a:pt x="4398560" y="880580"/>
                  <a:pt x="3670334" y="880580"/>
                </a:cubicBezTo>
                <a:cubicBezTo>
                  <a:pt x="2292275" y="880580"/>
                  <a:pt x="1171017" y="2047910"/>
                  <a:pt x="1171017" y="3378757"/>
                </a:cubicBezTo>
                <a:cubicBezTo>
                  <a:pt x="1171017" y="4709604"/>
                  <a:pt x="2338978" y="5876997"/>
                  <a:pt x="3670398" y="5876997"/>
                </a:cubicBezTo>
                <a:cubicBezTo>
                  <a:pt x="5195609" y="5876997"/>
                  <a:pt x="6054295" y="4875451"/>
                  <a:pt x="6921908" y="3610322"/>
                </a:cubicBezTo>
                <a:lnTo>
                  <a:pt x="7071353" y="3389833"/>
                </a:lnTo>
                <a:lnTo>
                  <a:pt x="7071353" y="5341973"/>
                </a:lnTo>
                <a:lnTo>
                  <a:pt x="6980441" y="5450273"/>
                </a:lnTo>
                <a:cubicBezTo>
                  <a:pt x="6494050" y="5992156"/>
                  <a:pt x="5932917" y="6458737"/>
                  <a:pt x="5241897" y="6745301"/>
                </a:cubicBezTo>
                <a:lnTo>
                  <a:pt x="5114605" y="6794501"/>
                </a:lnTo>
                <a:lnTo>
                  <a:pt x="2347980" y="6794501"/>
                </a:lnTo>
                <a:lnTo>
                  <a:pt x="2257512" y="6758626"/>
                </a:lnTo>
                <a:cubicBezTo>
                  <a:pt x="945454" y="6200940"/>
                  <a:pt x="0" y="4895923"/>
                  <a:pt x="0" y="3378757"/>
                </a:cubicBezTo>
                <a:cubicBezTo>
                  <a:pt x="0" y="1924806"/>
                  <a:pt x="850589" y="665661"/>
                  <a:pt x="2080508" y="72401"/>
                </a:cubicBezTo>
                <a:close/>
              </a:path>
            </a:pathLst>
          </a:custGeom>
          <a:solidFill>
            <a:schemeClr val="bg1"/>
          </a:solidFill>
          <a:ln w="254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GB" sz="1800" b="0" i="0">
              <a:latin typeface="Lato Light" panose="020F0302020204030203" pitchFamily="34" charset="77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81B03B-93E2-3D48-AEA8-DE3A8F7E80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7676" y="5986801"/>
            <a:ext cx="4215600" cy="463109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100" cap="all" baseline="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&lt;Month D, YYYY&gt;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56A2F89-0814-1D49-B740-32E1D98C7F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675" y="1544400"/>
            <a:ext cx="4215602" cy="37708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4300" b="0" i="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90000"/>
              </a:lnSpc>
              <a:spcAft>
                <a:spcPts val="2300"/>
              </a:spcAft>
              <a:defRPr sz="4300" b="0" i="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[Title slide: v11]</a:t>
            </a:r>
          </a:p>
          <a:p>
            <a:pPr lvl="1"/>
            <a:r>
              <a:rPr lang="en-GB"/>
              <a:t>Second level &lt;Description&gt;</a:t>
            </a:r>
          </a:p>
          <a:p>
            <a:pPr lvl="2"/>
            <a:r>
              <a:rPr lang="en-GB"/>
              <a:t>Third level &lt;Text&gt;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79CF00A9-AF99-DDB9-86EF-A248CEC3C8C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91662" y="63502"/>
            <a:ext cx="5900338" cy="5876997"/>
          </a:xfrm>
          <a:custGeom>
            <a:avLst/>
            <a:gdLst>
              <a:gd name="connsiteX0" fmla="*/ 4041455 w 5900338"/>
              <a:gd name="connsiteY0" fmla="*/ 0 h 5876997"/>
              <a:gd name="connsiteX1" fmla="*/ 5900338 w 5900338"/>
              <a:gd name="connsiteY1" fmla="*/ 0 h 5876997"/>
              <a:gd name="connsiteX2" fmla="*/ 5900338 w 5900338"/>
              <a:gd name="connsiteY2" fmla="*/ 5110666 h 5876997"/>
              <a:gd name="connsiteX3" fmla="*/ 5900336 w 5900338"/>
              <a:gd name="connsiteY3" fmla="*/ 5110666 h 5876997"/>
              <a:gd name="connsiteX4" fmla="*/ 5900336 w 5900338"/>
              <a:gd name="connsiteY4" fmla="*/ 3389833 h 5876997"/>
              <a:gd name="connsiteX5" fmla="*/ 5750891 w 5900338"/>
              <a:gd name="connsiteY5" fmla="*/ 3610322 h 5876997"/>
              <a:gd name="connsiteX6" fmla="*/ 2499381 w 5900338"/>
              <a:gd name="connsiteY6" fmla="*/ 5876997 h 5876997"/>
              <a:gd name="connsiteX7" fmla="*/ 0 w 5900338"/>
              <a:gd name="connsiteY7" fmla="*/ 3378757 h 5876997"/>
              <a:gd name="connsiteX8" fmla="*/ 2499317 w 5900338"/>
              <a:gd name="connsiteY8" fmla="*/ 880580 h 5876997"/>
              <a:gd name="connsiteX9" fmla="*/ 4411921 w 5900338"/>
              <a:gd name="connsiteY9" fmla="*/ 1575356 h 5876997"/>
              <a:gd name="connsiteX10" fmla="*/ 5155673 w 5900338"/>
              <a:gd name="connsiteY10" fmla="*/ 671206 h 5876997"/>
              <a:gd name="connsiteX11" fmla="*/ 4071606 w 5900338"/>
              <a:gd name="connsiteY11" fmla="*/ 11689 h 5876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900338" h="5876997">
                <a:moveTo>
                  <a:pt x="4041455" y="0"/>
                </a:moveTo>
                <a:lnTo>
                  <a:pt x="5900338" y="0"/>
                </a:lnTo>
                <a:lnTo>
                  <a:pt x="5900338" y="5110666"/>
                </a:lnTo>
                <a:lnTo>
                  <a:pt x="5900336" y="5110666"/>
                </a:lnTo>
                <a:lnTo>
                  <a:pt x="5900336" y="3389833"/>
                </a:lnTo>
                <a:lnTo>
                  <a:pt x="5750891" y="3610322"/>
                </a:lnTo>
                <a:cubicBezTo>
                  <a:pt x="4883278" y="4875451"/>
                  <a:pt x="4024592" y="5876997"/>
                  <a:pt x="2499381" y="5876997"/>
                </a:cubicBezTo>
                <a:cubicBezTo>
                  <a:pt x="1167961" y="5876997"/>
                  <a:pt x="0" y="4709604"/>
                  <a:pt x="0" y="3378757"/>
                </a:cubicBezTo>
                <a:cubicBezTo>
                  <a:pt x="0" y="2047910"/>
                  <a:pt x="1121258" y="880580"/>
                  <a:pt x="2499317" y="880580"/>
                </a:cubicBezTo>
                <a:cubicBezTo>
                  <a:pt x="3227543" y="880580"/>
                  <a:pt x="3835194" y="1101339"/>
                  <a:pt x="4411921" y="1575356"/>
                </a:cubicBezTo>
                <a:lnTo>
                  <a:pt x="5155673" y="671206"/>
                </a:lnTo>
                <a:cubicBezTo>
                  <a:pt x="4811408" y="388250"/>
                  <a:pt x="4451432" y="168914"/>
                  <a:pt x="4071606" y="11689"/>
                </a:cubicBezTo>
                <a:close/>
              </a:path>
            </a:pathLst>
          </a:custGeom>
        </p:spPr>
        <p:txBody>
          <a:bodyPr wrap="square" bIns="1080000" anchor="ctr" anchorCtr="1">
            <a:noAutofit/>
          </a:bodyPr>
          <a:lstStyle>
            <a:lvl1pPr>
              <a:defRPr b="0" i="0">
                <a:solidFill>
                  <a:schemeClr val="tx1"/>
                </a:solidFill>
                <a:latin typeface="Lato Light" panose="020F0302020204030203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65111E-53C6-E52D-6DFD-8A468962E801}"/>
              </a:ext>
            </a:extLst>
          </p:cNvPr>
          <p:cNvSpPr/>
          <p:nvPr userDrawn="1"/>
        </p:nvSpPr>
        <p:spPr>
          <a:xfrm>
            <a:off x="1" y="0"/>
            <a:ext cx="12193200" cy="63500"/>
          </a:xfrm>
          <a:prstGeom prst="rect">
            <a:avLst/>
          </a:prstGeom>
          <a:solidFill>
            <a:srgbClr val="003A6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EBE0CFA-2E8B-E042-3145-EA13A82387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7676" y="44025"/>
            <a:ext cx="2907792" cy="7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460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v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ABD17D14-15F9-D8A7-7EB5-DFAE008FF4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7676" y="5986801"/>
            <a:ext cx="4215600" cy="463109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100" cap="all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&lt;Month D, YYYY&gt;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769019FC-C1CC-0400-10E1-C38F4F39AC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675" y="1544400"/>
            <a:ext cx="4215602" cy="37708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4300" b="0" i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spcAft>
                <a:spcPts val="2300"/>
              </a:spcAft>
              <a:defRPr sz="4300" b="0" i="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[Title slide: v14]</a:t>
            </a:r>
          </a:p>
          <a:p>
            <a:pPr lvl="1"/>
            <a:r>
              <a:rPr lang="en-GB"/>
              <a:t>Second level &lt;Description&gt;</a:t>
            </a:r>
          </a:p>
          <a:p>
            <a:pPr lvl="2"/>
            <a:r>
              <a:rPr lang="en-GB"/>
              <a:t>Third level &lt;Text&gt;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4010447-B1E6-C66B-D503-3AA2A6657B21}"/>
              </a:ext>
            </a:extLst>
          </p:cNvPr>
          <p:cNvSpPr/>
          <p:nvPr userDrawn="1"/>
        </p:nvSpPr>
        <p:spPr>
          <a:xfrm>
            <a:off x="1" y="0"/>
            <a:ext cx="12193200" cy="635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8A04065-908F-DC1E-598B-27381F04A624}"/>
              </a:ext>
            </a:extLst>
          </p:cNvPr>
          <p:cNvGrpSpPr/>
          <p:nvPr userDrawn="1"/>
        </p:nvGrpSpPr>
        <p:grpSpPr>
          <a:xfrm>
            <a:off x="6615413" y="1058991"/>
            <a:ext cx="5556267" cy="5360439"/>
            <a:chOff x="6874033" y="1056942"/>
            <a:chExt cx="5556267" cy="5360439"/>
          </a:xfrm>
          <a:solidFill>
            <a:schemeClr val="accent1"/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DD8B17D2-09C9-9AC9-ADC2-5CB8AE19EB1D}"/>
                </a:ext>
              </a:extLst>
            </p:cNvPr>
            <p:cNvSpPr/>
            <p:nvPr userDrawn="1"/>
          </p:nvSpPr>
          <p:spPr>
            <a:xfrm>
              <a:off x="6874033" y="105694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E41CD6EF-4DE5-4AC1-72AE-E72F8527EAC1}"/>
                </a:ext>
              </a:extLst>
            </p:cNvPr>
            <p:cNvSpPr/>
            <p:nvPr userDrawn="1"/>
          </p:nvSpPr>
          <p:spPr>
            <a:xfrm>
              <a:off x="6874033" y="166662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2CC1D43-7523-2613-A070-D9AE498E4273}"/>
                </a:ext>
              </a:extLst>
            </p:cNvPr>
            <p:cNvSpPr/>
            <p:nvPr userDrawn="1"/>
          </p:nvSpPr>
          <p:spPr>
            <a:xfrm>
              <a:off x="6874033" y="227631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733A701-E5A9-4DF0-4CB5-4C2E30E44AE6}"/>
                </a:ext>
              </a:extLst>
            </p:cNvPr>
            <p:cNvSpPr/>
            <p:nvPr userDrawn="1"/>
          </p:nvSpPr>
          <p:spPr>
            <a:xfrm>
              <a:off x="6874033" y="2886000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C275599-BC77-D9D9-A222-1C4574062B54}"/>
                </a:ext>
              </a:extLst>
            </p:cNvPr>
            <p:cNvSpPr/>
            <p:nvPr userDrawn="1"/>
          </p:nvSpPr>
          <p:spPr>
            <a:xfrm>
              <a:off x="6874033" y="3495686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F32C849-CFCD-0990-E952-BDD9B097291E}"/>
                </a:ext>
              </a:extLst>
            </p:cNvPr>
            <p:cNvSpPr/>
            <p:nvPr userDrawn="1"/>
          </p:nvSpPr>
          <p:spPr>
            <a:xfrm>
              <a:off x="6874033" y="410537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DD053E0-72EA-E74F-8E35-7FC71DDD1204}"/>
                </a:ext>
              </a:extLst>
            </p:cNvPr>
            <p:cNvSpPr/>
            <p:nvPr userDrawn="1"/>
          </p:nvSpPr>
          <p:spPr>
            <a:xfrm>
              <a:off x="10268847" y="105694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8E0DE33-DCD8-1A4D-8C74-062DAC9E67B9}"/>
                </a:ext>
              </a:extLst>
            </p:cNvPr>
            <p:cNvSpPr/>
            <p:nvPr userDrawn="1"/>
          </p:nvSpPr>
          <p:spPr>
            <a:xfrm>
              <a:off x="10268847" y="166662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86B9B9-B728-533D-E991-39497F2BAB4A}"/>
                </a:ext>
              </a:extLst>
            </p:cNvPr>
            <p:cNvSpPr/>
            <p:nvPr userDrawn="1"/>
          </p:nvSpPr>
          <p:spPr>
            <a:xfrm>
              <a:off x="10268847" y="227631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291B24F-E38C-7DA5-5DA7-DCE7EA50A7B0}"/>
                </a:ext>
              </a:extLst>
            </p:cNvPr>
            <p:cNvSpPr/>
            <p:nvPr userDrawn="1"/>
          </p:nvSpPr>
          <p:spPr>
            <a:xfrm>
              <a:off x="10268847" y="2886000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3422A38-F27E-2323-394A-4C8DD44DB2DC}"/>
                </a:ext>
              </a:extLst>
            </p:cNvPr>
            <p:cNvSpPr/>
            <p:nvPr userDrawn="1"/>
          </p:nvSpPr>
          <p:spPr>
            <a:xfrm>
              <a:off x="10268847" y="3495686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E8CCF71C-85D2-3119-56CC-D3B0F03BE24A}"/>
                </a:ext>
              </a:extLst>
            </p:cNvPr>
            <p:cNvSpPr/>
            <p:nvPr userDrawn="1"/>
          </p:nvSpPr>
          <p:spPr>
            <a:xfrm>
              <a:off x="10268847" y="410537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8BAE8F1F-978D-D224-0849-856B42C600F2}"/>
                </a:ext>
              </a:extLst>
            </p:cNvPr>
            <p:cNvSpPr/>
            <p:nvPr userDrawn="1"/>
          </p:nvSpPr>
          <p:spPr>
            <a:xfrm>
              <a:off x="11400450" y="105694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AD588B10-C0C8-707C-EDA0-B73FE5316D28}"/>
                </a:ext>
              </a:extLst>
            </p:cNvPr>
            <p:cNvSpPr/>
            <p:nvPr userDrawn="1"/>
          </p:nvSpPr>
          <p:spPr>
            <a:xfrm>
              <a:off x="11400450" y="166662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8A332C3A-79ED-DF53-B3C7-1CCCD49E0BC7}"/>
                </a:ext>
              </a:extLst>
            </p:cNvPr>
            <p:cNvSpPr/>
            <p:nvPr userDrawn="1"/>
          </p:nvSpPr>
          <p:spPr>
            <a:xfrm>
              <a:off x="11400450" y="227631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E13D8B2-4A43-B8FC-1FAD-3614309D7123}"/>
                </a:ext>
              </a:extLst>
            </p:cNvPr>
            <p:cNvSpPr/>
            <p:nvPr userDrawn="1"/>
          </p:nvSpPr>
          <p:spPr>
            <a:xfrm>
              <a:off x="11400450" y="2886000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5163F639-5C4D-B41F-8029-4A2DE9CCFF30}"/>
                </a:ext>
              </a:extLst>
            </p:cNvPr>
            <p:cNvSpPr/>
            <p:nvPr userDrawn="1"/>
          </p:nvSpPr>
          <p:spPr>
            <a:xfrm>
              <a:off x="11400450" y="3495686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A328FE96-7B58-6B7B-8D24-2B9A0B35360A}"/>
                </a:ext>
              </a:extLst>
            </p:cNvPr>
            <p:cNvSpPr/>
            <p:nvPr userDrawn="1"/>
          </p:nvSpPr>
          <p:spPr>
            <a:xfrm>
              <a:off x="11400450" y="410537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1600D548-56F7-9D91-A743-17159784E374}"/>
                </a:ext>
              </a:extLst>
            </p:cNvPr>
            <p:cNvSpPr/>
            <p:nvPr userDrawn="1"/>
          </p:nvSpPr>
          <p:spPr>
            <a:xfrm>
              <a:off x="9137242" y="105694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455C7CB7-C938-E4D0-B3DF-ECA99C72E72F}"/>
                </a:ext>
              </a:extLst>
            </p:cNvPr>
            <p:cNvSpPr/>
            <p:nvPr userDrawn="1"/>
          </p:nvSpPr>
          <p:spPr>
            <a:xfrm>
              <a:off x="9137242" y="166662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182004DB-C13C-83EC-5EBB-4F2C11F0C5CE}"/>
                </a:ext>
              </a:extLst>
            </p:cNvPr>
            <p:cNvSpPr/>
            <p:nvPr userDrawn="1"/>
          </p:nvSpPr>
          <p:spPr>
            <a:xfrm>
              <a:off x="9137242" y="227631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84A4B689-A7A7-C2DD-FD59-DA18F5FEBE40}"/>
                </a:ext>
              </a:extLst>
            </p:cNvPr>
            <p:cNvSpPr/>
            <p:nvPr userDrawn="1"/>
          </p:nvSpPr>
          <p:spPr>
            <a:xfrm>
              <a:off x="9137242" y="2886000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F544CCED-AE54-C4C4-8CAE-E1C8AEE69E55}"/>
                </a:ext>
              </a:extLst>
            </p:cNvPr>
            <p:cNvSpPr/>
            <p:nvPr userDrawn="1"/>
          </p:nvSpPr>
          <p:spPr>
            <a:xfrm>
              <a:off x="9137242" y="3495686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1ABBC088-6C2B-609C-B9F6-6DD87C7376A8}"/>
                </a:ext>
              </a:extLst>
            </p:cNvPr>
            <p:cNvSpPr/>
            <p:nvPr userDrawn="1"/>
          </p:nvSpPr>
          <p:spPr>
            <a:xfrm>
              <a:off x="9137242" y="410537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9785C53C-C626-94E1-5CFE-11786DFA7C28}"/>
                </a:ext>
              </a:extLst>
            </p:cNvPr>
            <p:cNvSpPr/>
            <p:nvPr userDrawn="1"/>
          </p:nvSpPr>
          <p:spPr>
            <a:xfrm>
              <a:off x="8005638" y="105694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C0D0F909-6F07-E8F8-109C-B10907722979}"/>
                </a:ext>
              </a:extLst>
            </p:cNvPr>
            <p:cNvSpPr/>
            <p:nvPr userDrawn="1"/>
          </p:nvSpPr>
          <p:spPr>
            <a:xfrm>
              <a:off x="8005638" y="166662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F1E7F307-9E83-30A7-0ECD-D847F6F6E737}"/>
                </a:ext>
              </a:extLst>
            </p:cNvPr>
            <p:cNvSpPr/>
            <p:nvPr userDrawn="1"/>
          </p:nvSpPr>
          <p:spPr>
            <a:xfrm>
              <a:off x="8005638" y="227631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E620E9DD-21FE-3EFE-1199-6D674E93263A}"/>
                </a:ext>
              </a:extLst>
            </p:cNvPr>
            <p:cNvSpPr/>
            <p:nvPr userDrawn="1"/>
          </p:nvSpPr>
          <p:spPr>
            <a:xfrm>
              <a:off x="8005638" y="2886000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91CB291F-7512-93A9-E8DA-0218AE13A6F4}"/>
                </a:ext>
              </a:extLst>
            </p:cNvPr>
            <p:cNvSpPr/>
            <p:nvPr userDrawn="1"/>
          </p:nvSpPr>
          <p:spPr>
            <a:xfrm>
              <a:off x="8005638" y="3495686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A6DCB6F6-67A3-9069-38E3-C1FC47F10D68}"/>
                </a:ext>
              </a:extLst>
            </p:cNvPr>
            <p:cNvSpPr/>
            <p:nvPr userDrawn="1"/>
          </p:nvSpPr>
          <p:spPr>
            <a:xfrm>
              <a:off x="8005638" y="410537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F3C36366-C280-CA1E-F1F2-54E3FEB8BDA7}"/>
                </a:ext>
              </a:extLst>
            </p:cNvPr>
            <p:cNvSpPr/>
            <p:nvPr userDrawn="1"/>
          </p:nvSpPr>
          <p:spPr>
            <a:xfrm>
              <a:off x="6874033" y="471505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EFF23B20-4AA4-895F-D8A4-875309ACA328}"/>
                </a:ext>
              </a:extLst>
            </p:cNvPr>
            <p:cNvSpPr/>
            <p:nvPr userDrawn="1"/>
          </p:nvSpPr>
          <p:spPr>
            <a:xfrm>
              <a:off x="10268847" y="471505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5750F5C2-412B-E564-B63E-5B6F991DDE10}"/>
                </a:ext>
              </a:extLst>
            </p:cNvPr>
            <p:cNvSpPr/>
            <p:nvPr userDrawn="1"/>
          </p:nvSpPr>
          <p:spPr>
            <a:xfrm>
              <a:off x="11400450" y="471505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43ACEAE4-30EC-B460-7713-7D2F44E3D5BE}"/>
                </a:ext>
              </a:extLst>
            </p:cNvPr>
            <p:cNvSpPr/>
            <p:nvPr userDrawn="1"/>
          </p:nvSpPr>
          <p:spPr>
            <a:xfrm>
              <a:off x="9137242" y="471505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A148C534-6F22-5782-A6A2-2C3315089817}"/>
                </a:ext>
              </a:extLst>
            </p:cNvPr>
            <p:cNvSpPr/>
            <p:nvPr userDrawn="1"/>
          </p:nvSpPr>
          <p:spPr>
            <a:xfrm>
              <a:off x="8005638" y="471505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87EA8986-0ED6-6FF5-83DD-5C1A3FB60377}"/>
                </a:ext>
              </a:extLst>
            </p:cNvPr>
            <p:cNvSpPr/>
            <p:nvPr userDrawn="1"/>
          </p:nvSpPr>
          <p:spPr>
            <a:xfrm>
              <a:off x="6874033" y="532474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A4E2AF85-89EE-2FD9-A3BD-F9D31628E0FE}"/>
                </a:ext>
              </a:extLst>
            </p:cNvPr>
            <p:cNvSpPr/>
            <p:nvPr userDrawn="1"/>
          </p:nvSpPr>
          <p:spPr>
            <a:xfrm>
              <a:off x="10268847" y="532474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4A8D1254-9B53-1B4E-9B6C-EFEB7362A337}"/>
                </a:ext>
              </a:extLst>
            </p:cNvPr>
            <p:cNvSpPr/>
            <p:nvPr userDrawn="1"/>
          </p:nvSpPr>
          <p:spPr>
            <a:xfrm>
              <a:off x="11400450" y="532474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67F115D3-E1A7-39D6-7210-BA1BE34188A1}"/>
                </a:ext>
              </a:extLst>
            </p:cNvPr>
            <p:cNvSpPr/>
            <p:nvPr userDrawn="1"/>
          </p:nvSpPr>
          <p:spPr>
            <a:xfrm>
              <a:off x="9137242" y="532474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21AA7F04-E00F-1A78-64EC-F3107A74E853}"/>
                </a:ext>
              </a:extLst>
            </p:cNvPr>
            <p:cNvSpPr/>
            <p:nvPr userDrawn="1"/>
          </p:nvSpPr>
          <p:spPr>
            <a:xfrm>
              <a:off x="8005638" y="532474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B505D482-846D-ABDF-2B57-3086EEC087E6}"/>
                </a:ext>
              </a:extLst>
            </p:cNvPr>
            <p:cNvSpPr/>
            <p:nvPr userDrawn="1"/>
          </p:nvSpPr>
          <p:spPr>
            <a:xfrm>
              <a:off x="6874033" y="5934431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44DA933C-CBD8-DFB3-D699-FDD16B3B744F}"/>
                </a:ext>
              </a:extLst>
            </p:cNvPr>
            <p:cNvSpPr/>
            <p:nvPr userDrawn="1"/>
          </p:nvSpPr>
          <p:spPr>
            <a:xfrm>
              <a:off x="10268847" y="5934431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B14D2139-81C8-7E84-010E-2DEF7E63C731}"/>
                </a:ext>
              </a:extLst>
            </p:cNvPr>
            <p:cNvSpPr/>
            <p:nvPr userDrawn="1"/>
          </p:nvSpPr>
          <p:spPr>
            <a:xfrm>
              <a:off x="11400450" y="5934431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BBC0A49D-0A4B-E943-D1F5-C4E8D490568C}"/>
                </a:ext>
              </a:extLst>
            </p:cNvPr>
            <p:cNvSpPr/>
            <p:nvPr userDrawn="1"/>
          </p:nvSpPr>
          <p:spPr>
            <a:xfrm>
              <a:off x="9137242" y="5934431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2F6A50F6-4005-9B5D-89B3-B77F28ED1B9F}"/>
                </a:ext>
              </a:extLst>
            </p:cNvPr>
            <p:cNvSpPr/>
            <p:nvPr userDrawn="1"/>
          </p:nvSpPr>
          <p:spPr>
            <a:xfrm>
              <a:off x="8005638" y="5934431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4DE1EB39-BD70-2255-6739-B771755D36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0314" y="41565"/>
            <a:ext cx="2916937" cy="70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886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v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ABD17D14-15F9-D8A7-7EB5-DFAE008FF4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7676" y="5986801"/>
            <a:ext cx="4215600" cy="463109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100" cap="all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&lt;Month D, YYYY&gt;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769019FC-C1CC-0400-10E1-C38F4F39AC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675" y="1544400"/>
            <a:ext cx="4215602" cy="37708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4300" b="0" i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spcAft>
                <a:spcPts val="2300"/>
              </a:spcAft>
              <a:defRPr sz="4300" b="0" i="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[Title slide: v18]</a:t>
            </a:r>
          </a:p>
          <a:p>
            <a:pPr lvl="1"/>
            <a:r>
              <a:rPr lang="en-GB"/>
              <a:t>Second level &lt;Description&gt;</a:t>
            </a:r>
          </a:p>
          <a:p>
            <a:pPr lvl="2"/>
            <a:r>
              <a:rPr lang="en-GB"/>
              <a:t>Third level &lt;Text&gt;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1B4BADE-E4B6-C168-D132-1B9A05D140D7}"/>
              </a:ext>
            </a:extLst>
          </p:cNvPr>
          <p:cNvGrpSpPr/>
          <p:nvPr userDrawn="1"/>
        </p:nvGrpSpPr>
        <p:grpSpPr>
          <a:xfrm>
            <a:off x="6618041" y="1056943"/>
            <a:ext cx="5556267" cy="5360439"/>
            <a:chOff x="6874033" y="1056942"/>
            <a:chExt cx="5556267" cy="5360439"/>
          </a:xfrm>
          <a:solidFill>
            <a:schemeClr val="accent3"/>
          </a:solidFill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E659E96-5881-8664-4108-633C88A3265A}"/>
                </a:ext>
              </a:extLst>
            </p:cNvPr>
            <p:cNvSpPr/>
            <p:nvPr userDrawn="1"/>
          </p:nvSpPr>
          <p:spPr>
            <a:xfrm>
              <a:off x="6874033" y="105694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340EB27-9453-5173-3F38-6943C9F33050}"/>
                </a:ext>
              </a:extLst>
            </p:cNvPr>
            <p:cNvSpPr/>
            <p:nvPr userDrawn="1"/>
          </p:nvSpPr>
          <p:spPr>
            <a:xfrm>
              <a:off x="6874033" y="166662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CD01166-089B-ACB0-6224-4229D0585253}"/>
                </a:ext>
              </a:extLst>
            </p:cNvPr>
            <p:cNvSpPr/>
            <p:nvPr userDrawn="1"/>
          </p:nvSpPr>
          <p:spPr>
            <a:xfrm>
              <a:off x="6874033" y="227631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2F9F3A1-FB80-858C-62DC-F53EBBC983D8}"/>
                </a:ext>
              </a:extLst>
            </p:cNvPr>
            <p:cNvSpPr/>
            <p:nvPr userDrawn="1"/>
          </p:nvSpPr>
          <p:spPr>
            <a:xfrm>
              <a:off x="6874033" y="2886000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AEB55E2-1CC6-2031-644A-960AE3633C0D}"/>
                </a:ext>
              </a:extLst>
            </p:cNvPr>
            <p:cNvSpPr/>
            <p:nvPr userDrawn="1"/>
          </p:nvSpPr>
          <p:spPr>
            <a:xfrm>
              <a:off x="6874033" y="3495686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9375B29-0ADB-A417-7909-35B8FFAFEFD7}"/>
                </a:ext>
              </a:extLst>
            </p:cNvPr>
            <p:cNvSpPr/>
            <p:nvPr userDrawn="1"/>
          </p:nvSpPr>
          <p:spPr>
            <a:xfrm>
              <a:off x="6874033" y="410537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4B59D05-E28D-8A25-A012-896079D64D61}"/>
                </a:ext>
              </a:extLst>
            </p:cNvPr>
            <p:cNvSpPr/>
            <p:nvPr userDrawn="1"/>
          </p:nvSpPr>
          <p:spPr>
            <a:xfrm>
              <a:off x="10268847" y="105694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C5AFAEB5-0CDF-1272-E17B-C2DEE52FB105}"/>
                </a:ext>
              </a:extLst>
            </p:cNvPr>
            <p:cNvSpPr/>
            <p:nvPr userDrawn="1"/>
          </p:nvSpPr>
          <p:spPr>
            <a:xfrm>
              <a:off x="10268847" y="166662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65FF49B4-CECF-57BB-2E46-9326B315F9AC}"/>
                </a:ext>
              </a:extLst>
            </p:cNvPr>
            <p:cNvSpPr/>
            <p:nvPr userDrawn="1"/>
          </p:nvSpPr>
          <p:spPr>
            <a:xfrm>
              <a:off x="10268847" y="227631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BC974AD-D63C-A213-1B12-F72AD9AB2349}"/>
                </a:ext>
              </a:extLst>
            </p:cNvPr>
            <p:cNvSpPr/>
            <p:nvPr userDrawn="1"/>
          </p:nvSpPr>
          <p:spPr>
            <a:xfrm>
              <a:off x="10268847" y="2886000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40AF8E1D-3940-E9CC-99E9-AA1AB4DCC9B5}"/>
                </a:ext>
              </a:extLst>
            </p:cNvPr>
            <p:cNvSpPr/>
            <p:nvPr userDrawn="1"/>
          </p:nvSpPr>
          <p:spPr>
            <a:xfrm>
              <a:off x="10268847" y="3495686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324DFA9-0E16-ABAB-36D7-DCA66ABDC350}"/>
                </a:ext>
              </a:extLst>
            </p:cNvPr>
            <p:cNvSpPr/>
            <p:nvPr userDrawn="1"/>
          </p:nvSpPr>
          <p:spPr>
            <a:xfrm>
              <a:off x="10268847" y="410537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E8C9B2BC-1DAD-7528-F6D2-3CF22C0DBA2C}"/>
                </a:ext>
              </a:extLst>
            </p:cNvPr>
            <p:cNvSpPr/>
            <p:nvPr userDrawn="1"/>
          </p:nvSpPr>
          <p:spPr>
            <a:xfrm>
              <a:off x="11400450" y="105694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ED92524B-9236-02FC-D142-D78B7062307C}"/>
                </a:ext>
              </a:extLst>
            </p:cNvPr>
            <p:cNvSpPr/>
            <p:nvPr userDrawn="1"/>
          </p:nvSpPr>
          <p:spPr>
            <a:xfrm>
              <a:off x="11400450" y="166662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5625F2E-F4A8-6035-A857-AEBD4A23FAF1}"/>
                </a:ext>
              </a:extLst>
            </p:cNvPr>
            <p:cNvSpPr/>
            <p:nvPr userDrawn="1"/>
          </p:nvSpPr>
          <p:spPr>
            <a:xfrm>
              <a:off x="11400450" y="227631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11467D35-1BCE-97E5-9A9A-CB0673DC5027}"/>
                </a:ext>
              </a:extLst>
            </p:cNvPr>
            <p:cNvSpPr/>
            <p:nvPr userDrawn="1"/>
          </p:nvSpPr>
          <p:spPr>
            <a:xfrm>
              <a:off x="11400450" y="2886000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9EA8E367-3DBF-5DE3-C3DD-811612B14618}"/>
                </a:ext>
              </a:extLst>
            </p:cNvPr>
            <p:cNvSpPr/>
            <p:nvPr userDrawn="1"/>
          </p:nvSpPr>
          <p:spPr>
            <a:xfrm>
              <a:off x="11400450" y="3495686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E0C9A84B-D5C9-1066-8903-7245172F143B}"/>
                </a:ext>
              </a:extLst>
            </p:cNvPr>
            <p:cNvSpPr/>
            <p:nvPr userDrawn="1"/>
          </p:nvSpPr>
          <p:spPr>
            <a:xfrm>
              <a:off x="11400450" y="410537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80F0CA4-1541-B1C4-9A74-A5B51888A089}"/>
                </a:ext>
              </a:extLst>
            </p:cNvPr>
            <p:cNvSpPr/>
            <p:nvPr userDrawn="1"/>
          </p:nvSpPr>
          <p:spPr>
            <a:xfrm>
              <a:off x="9137242" y="105694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17C028E-123F-20CB-7D32-867D0FD162D8}"/>
                </a:ext>
              </a:extLst>
            </p:cNvPr>
            <p:cNvSpPr/>
            <p:nvPr userDrawn="1"/>
          </p:nvSpPr>
          <p:spPr>
            <a:xfrm>
              <a:off x="9137242" y="166662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FEDBC1CB-DA8D-D8FD-05B9-50FE614761EB}"/>
                </a:ext>
              </a:extLst>
            </p:cNvPr>
            <p:cNvSpPr/>
            <p:nvPr userDrawn="1"/>
          </p:nvSpPr>
          <p:spPr>
            <a:xfrm>
              <a:off x="9137242" y="227631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A35EE12-EB44-A1CC-060C-3CDA2B3360BD}"/>
                </a:ext>
              </a:extLst>
            </p:cNvPr>
            <p:cNvSpPr/>
            <p:nvPr userDrawn="1"/>
          </p:nvSpPr>
          <p:spPr>
            <a:xfrm>
              <a:off x="9137242" y="2886000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810ABD29-6811-2BFF-B52F-44E2120B48F4}"/>
                </a:ext>
              </a:extLst>
            </p:cNvPr>
            <p:cNvSpPr/>
            <p:nvPr userDrawn="1"/>
          </p:nvSpPr>
          <p:spPr>
            <a:xfrm>
              <a:off x="9137242" y="3495686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2469092E-E1B9-6911-D0D3-4BD69F6AEF62}"/>
                </a:ext>
              </a:extLst>
            </p:cNvPr>
            <p:cNvSpPr/>
            <p:nvPr userDrawn="1"/>
          </p:nvSpPr>
          <p:spPr>
            <a:xfrm>
              <a:off x="9137242" y="410537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7CEC8705-F964-A51B-AD9A-27625D97CBBC}"/>
                </a:ext>
              </a:extLst>
            </p:cNvPr>
            <p:cNvSpPr/>
            <p:nvPr userDrawn="1"/>
          </p:nvSpPr>
          <p:spPr>
            <a:xfrm>
              <a:off x="8005638" y="105694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FBE53DBB-9127-F74B-D763-A538FE9E1A01}"/>
                </a:ext>
              </a:extLst>
            </p:cNvPr>
            <p:cNvSpPr/>
            <p:nvPr userDrawn="1"/>
          </p:nvSpPr>
          <p:spPr>
            <a:xfrm>
              <a:off x="8005638" y="166662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174F30D5-AC80-60E0-9C5C-A876715F9D32}"/>
                </a:ext>
              </a:extLst>
            </p:cNvPr>
            <p:cNvSpPr/>
            <p:nvPr userDrawn="1"/>
          </p:nvSpPr>
          <p:spPr>
            <a:xfrm>
              <a:off x="8005638" y="227631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4CBE61D-1F57-D705-89A9-62FA859DE239}"/>
                </a:ext>
              </a:extLst>
            </p:cNvPr>
            <p:cNvSpPr/>
            <p:nvPr userDrawn="1"/>
          </p:nvSpPr>
          <p:spPr>
            <a:xfrm>
              <a:off x="8005638" y="2886000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844630A9-9DB4-663A-8F49-0E48288DFA15}"/>
                </a:ext>
              </a:extLst>
            </p:cNvPr>
            <p:cNvSpPr/>
            <p:nvPr userDrawn="1"/>
          </p:nvSpPr>
          <p:spPr>
            <a:xfrm>
              <a:off x="8005638" y="3495686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DDBE65CA-F554-D34F-4DF0-2BB51AEC865A}"/>
                </a:ext>
              </a:extLst>
            </p:cNvPr>
            <p:cNvSpPr/>
            <p:nvPr userDrawn="1"/>
          </p:nvSpPr>
          <p:spPr>
            <a:xfrm>
              <a:off x="8005638" y="410537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C6C47692-A57F-CA46-6897-1D7D0406FE15}"/>
                </a:ext>
              </a:extLst>
            </p:cNvPr>
            <p:cNvSpPr/>
            <p:nvPr userDrawn="1"/>
          </p:nvSpPr>
          <p:spPr>
            <a:xfrm>
              <a:off x="6874033" y="471505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463CBC03-AF73-56D7-6CB5-225C18CA5D8A}"/>
                </a:ext>
              </a:extLst>
            </p:cNvPr>
            <p:cNvSpPr/>
            <p:nvPr userDrawn="1"/>
          </p:nvSpPr>
          <p:spPr>
            <a:xfrm>
              <a:off x="10268847" y="471505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D89A8C89-CDD5-E0C6-4F6A-2C3D22CEB73F}"/>
                </a:ext>
              </a:extLst>
            </p:cNvPr>
            <p:cNvSpPr/>
            <p:nvPr userDrawn="1"/>
          </p:nvSpPr>
          <p:spPr>
            <a:xfrm>
              <a:off x="11400450" y="471505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5FF35891-E9B3-4466-D125-6745493141E7}"/>
                </a:ext>
              </a:extLst>
            </p:cNvPr>
            <p:cNvSpPr/>
            <p:nvPr userDrawn="1"/>
          </p:nvSpPr>
          <p:spPr>
            <a:xfrm>
              <a:off x="9137242" y="471505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5CF5D44F-95EF-84C5-876E-92DA0357F4CC}"/>
                </a:ext>
              </a:extLst>
            </p:cNvPr>
            <p:cNvSpPr/>
            <p:nvPr userDrawn="1"/>
          </p:nvSpPr>
          <p:spPr>
            <a:xfrm>
              <a:off x="8005638" y="471505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9B57A5BB-64B3-44CA-8771-2D4A25F94A15}"/>
                </a:ext>
              </a:extLst>
            </p:cNvPr>
            <p:cNvSpPr/>
            <p:nvPr userDrawn="1"/>
          </p:nvSpPr>
          <p:spPr>
            <a:xfrm>
              <a:off x="6874033" y="532474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E8044E04-BA24-34D6-2C38-ED5F2831FEBE}"/>
                </a:ext>
              </a:extLst>
            </p:cNvPr>
            <p:cNvSpPr/>
            <p:nvPr userDrawn="1"/>
          </p:nvSpPr>
          <p:spPr>
            <a:xfrm>
              <a:off x="10268847" y="532474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44AF4113-2B01-FD9E-CF07-B9D586D7E64B}"/>
                </a:ext>
              </a:extLst>
            </p:cNvPr>
            <p:cNvSpPr/>
            <p:nvPr userDrawn="1"/>
          </p:nvSpPr>
          <p:spPr>
            <a:xfrm>
              <a:off x="11400450" y="532474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679F9646-85DA-ACDC-849A-F8E69CED95AD}"/>
                </a:ext>
              </a:extLst>
            </p:cNvPr>
            <p:cNvSpPr/>
            <p:nvPr userDrawn="1"/>
          </p:nvSpPr>
          <p:spPr>
            <a:xfrm>
              <a:off x="9137242" y="532474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CDE9FDD1-BE91-1932-90B2-20F5088D12F2}"/>
                </a:ext>
              </a:extLst>
            </p:cNvPr>
            <p:cNvSpPr/>
            <p:nvPr userDrawn="1"/>
          </p:nvSpPr>
          <p:spPr>
            <a:xfrm>
              <a:off x="8005638" y="532474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9258B406-8DDB-031F-C6F4-78A4991B676A}"/>
                </a:ext>
              </a:extLst>
            </p:cNvPr>
            <p:cNvSpPr/>
            <p:nvPr userDrawn="1"/>
          </p:nvSpPr>
          <p:spPr>
            <a:xfrm>
              <a:off x="6874033" y="5934431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0B459385-4646-7F0F-9B2E-B7A8619E8DDD}"/>
                </a:ext>
              </a:extLst>
            </p:cNvPr>
            <p:cNvSpPr/>
            <p:nvPr userDrawn="1"/>
          </p:nvSpPr>
          <p:spPr>
            <a:xfrm>
              <a:off x="10268847" y="5934431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93552C7E-B0A5-AF41-D4F2-307A929CF5A8}"/>
                </a:ext>
              </a:extLst>
            </p:cNvPr>
            <p:cNvSpPr/>
            <p:nvPr userDrawn="1"/>
          </p:nvSpPr>
          <p:spPr>
            <a:xfrm>
              <a:off x="11400450" y="5934431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9FCE6421-1C48-8E98-B5A9-96204985319E}"/>
                </a:ext>
              </a:extLst>
            </p:cNvPr>
            <p:cNvSpPr/>
            <p:nvPr userDrawn="1"/>
          </p:nvSpPr>
          <p:spPr>
            <a:xfrm>
              <a:off x="9137242" y="5934431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82C3567B-F263-653A-9DDD-2F14A13A1D40}"/>
                </a:ext>
              </a:extLst>
            </p:cNvPr>
            <p:cNvSpPr/>
            <p:nvPr userDrawn="1"/>
          </p:nvSpPr>
          <p:spPr>
            <a:xfrm>
              <a:off x="8005638" y="5934431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grpFill/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</p:grpSp>
      <p:sp>
        <p:nvSpPr>
          <p:cNvPr id="95" name="Rectangle 94">
            <a:extLst>
              <a:ext uri="{FF2B5EF4-FFF2-40B4-BE49-F238E27FC236}">
                <a16:creationId xmlns:a16="http://schemas.microsoft.com/office/drawing/2014/main" id="{65945A96-AA16-E776-8411-16C4E72E8E8D}"/>
              </a:ext>
            </a:extLst>
          </p:cNvPr>
          <p:cNvSpPr/>
          <p:nvPr userDrawn="1"/>
        </p:nvSpPr>
        <p:spPr>
          <a:xfrm>
            <a:off x="1" y="0"/>
            <a:ext cx="12193200" cy="635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C0CF9FE-297C-BF10-0A53-9337A7C51A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0314" y="41565"/>
            <a:ext cx="2916937" cy="70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72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39614-29CC-7544-B5B1-82A64FC9E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675" y="349201"/>
            <a:ext cx="7725940" cy="533775"/>
          </a:xfrm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r>
              <a:rPr lang="en-GB"/>
              <a:t>[Table of Contents/Agenda]</a:t>
            </a:r>
          </a:p>
        </p:txBody>
      </p:sp>
      <p:sp>
        <p:nvSpPr>
          <p:cNvPr id="75" name="Table Placeholder 74">
            <a:extLst>
              <a:ext uri="{FF2B5EF4-FFF2-40B4-BE49-F238E27FC236}">
                <a16:creationId xmlns:a16="http://schemas.microsoft.com/office/drawing/2014/main" id="{64FB0156-2388-9300-8EF7-CCFDBD74D311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47676" y="1539876"/>
            <a:ext cx="7909200" cy="3458184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EC33E3A-AE00-D9AA-28AB-58E2713F2B10}"/>
              </a:ext>
            </a:extLst>
          </p:cNvPr>
          <p:cNvGrpSpPr/>
          <p:nvPr userDrawn="1"/>
        </p:nvGrpSpPr>
        <p:grpSpPr>
          <a:xfrm>
            <a:off x="8538302" y="1056943"/>
            <a:ext cx="3293060" cy="5360439"/>
            <a:chOff x="8801060" y="1056942"/>
            <a:chExt cx="3293059" cy="5360439"/>
          </a:xfrm>
        </p:grpSpPr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3E859174-4070-284A-780E-B0F471762984}"/>
                </a:ext>
              </a:extLst>
            </p:cNvPr>
            <p:cNvSpPr/>
            <p:nvPr userDrawn="1"/>
          </p:nvSpPr>
          <p:spPr>
            <a:xfrm>
              <a:off x="8801060" y="105694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D002FA33-9E4F-4CF2-2800-A6C5B9AE1117}"/>
                </a:ext>
              </a:extLst>
            </p:cNvPr>
            <p:cNvSpPr/>
            <p:nvPr userDrawn="1"/>
          </p:nvSpPr>
          <p:spPr>
            <a:xfrm>
              <a:off x="8801060" y="166662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15C4981B-F0E0-4C74-079E-C90A640BE5F0}"/>
                </a:ext>
              </a:extLst>
            </p:cNvPr>
            <p:cNvSpPr/>
            <p:nvPr userDrawn="1"/>
          </p:nvSpPr>
          <p:spPr>
            <a:xfrm>
              <a:off x="8801060" y="227631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75AD0FC5-7FD2-2FDC-7EF6-5D0D62030CAC}"/>
                </a:ext>
              </a:extLst>
            </p:cNvPr>
            <p:cNvSpPr/>
            <p:nvPr userDrawn="1"/>
          </p:nvSpPr>
          <p:spPr>
            <a:xfrm>
              <a:off x="8801060" y="2886000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0F830302-9AB9-A6C0-F489-55F261A82AA2}"/>
                </a:ext>
              </a:extLst>
            </p:cNvPr>
            <p:cNvSpPr/>
            <p:nvPr userDrawn="1"/>
          </p:nvSpPr>
          <p:spPr>
            <a:xfrm>
              <a:off x="8801060" y="3495686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0468C580-974B-B3C1-2964-C7863E80AA4E}"/>
                </a:ext>
              </a:extLst>
            </p:cNvPr>
            <p:cNvSpPr/>
            <p:nvPr userDrawn="1"/>
          </p:nvSpPr>
          <p:spPr>
            <a:xfrm>
              <a:off x="8801060" y="410537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8ED12EEB-962D-50CE-1D41-BB4061294C59}"/>
                </a:ext>
              </a:extLst>
            </p:cNvPr>
            <p:cNvSpPr/>
            <p:nvPr userDrawn="1"/>
          </p:nvSpPr>
          <p:spPr>
            <a:xfrm>
              <a:off x="11064269" y="105694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313C00F-B5F9-64A4-7D81-854D03A32D5D}"/>
                </a:ext>
              </a:extLst>
            </p:cNvPr>
            <p:cNvSpPr/>
            <p:nvPr userDrawn="1"/>
          </p:nvSpPr>
          <p:spPr>
            <a:xfrm>
              <a:off x="11064269" y="166662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D18B6D8-2BC2-7A62-5F98-983289A87F79}"/>
                </a:ext>
              </a:extLst>
            </p:cNvPr>
            <p:cNvSpPr/>
            <p:nvPr userDrawn="1"/>
          </p:nvSpPr>
          <p:spPr>
            <a:xfrm>
              <a:off x="11064269" y="227631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B62BCAB5-22FF-FBFF-E0E4-B3B6D33C9CFB}"/>
                </a:ext>
              </a:extLst>
            </p:cNvPr>
            <p:cNvSpPr/>
            <p:nvPr userDrawn="1"/>
          </p:nvSpPr>
          <p:spPr>
            <a:xfrm>
              <a:off x="11064269" y="2886000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D070C8EE-FC26-3AB2-C922-3773A0655B5D}"/>
                </a:ext>
              </a:extLst>
            </p:cNvPr>
            <p:cNvSpPr/>
            <p:nvPr userDrawn="1"/>
          </p:nvSpPr>
          <p:spPr>
            <a:xfrm>
              <a:off x="11064269" y="3495686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6BDD648A-9FDC-96EA-AA8A-76ED68E3E7AF}"/>
                </a:ext>
              </a:extLst>
            </p:cNvPr>
            <p:cNvSpPr/>
            <p:nvPr userDrawn="1"/>
          </p:nvSpPr>
          <p:spPr>
            <a:xfrm>
              <a:off x="11064269" y="410537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A31D0C18-88FA-49A3-38AA-0D4A90D2CAC2}"/>
                </a:ext>
              </a:extLst>
            </p:cNvPr>
            <p:cNvSpPr/>
            <p:nvPr userDrawn="1"/>
          </p:nvSpPr>
          <p:spPr>
            <a:xfrm>
              <a:off x="9932665" y="105694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341B0563-6E06-DE33-117E-0DBCDB896469}"/>
                </a:ext>
              </a:extLst>
            </p:cNvPr>
            <p:cNvSpPr/>
            <p:nvPr userDrawn="1"/>
          </p:nvSpPr>
          <p:spPr>
            <a:xfrm>
              <a:off x="9932665" y="166662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5D344993-9546-30FB-4D4F-90BF0249D439}"/>
                </a:ext>
              </a:extLst>
            </p:cNvPr>
            <p:cNvSpPr/>
            <p:nvPr userDrawn="1"/>
          </p:nvSpPr>
          <p:spPr>
            <a:xfrm>
              <a:off x="9932665" y="227631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7D8BE2FD-7EEF-0372-16B3-C5CFF7636F2B}"/>
                </a:ext>
              </a:extLst>
            </p:cNvPr>
            <p:cNvSpPr/>
            <p:nvPr userDrawn="1"/>
          </p:nvSpPr>
          <p:spPr>
            <a:xfrm>
              <a:off x="9932665" y="2886000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CB763B2E-918C-DB3E-6C75-F610A5034742}"/>
                </a:ext>
              </a:extLst>
            </p:cNvPr>
            <p:cNvSpPr/>
            <p:nvPr userDrawn="1"/>
          </p:nvSpPr>
          <p:spPr>
            <a:xfrm>
              <a:off x="9932665" y="3495686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C4F80ECB-EC2F-9F57-B9A7-4B0730A630C4}"/>
                </a:ext>
              </a:extLst>
            </p:cNvPr>
            <p:cNvSpPr/>
            <p:nvPr userDrawn="1"/>
          </p:nvSpPr>
          <p:spPr>
            <a:xfrm>
              <a:off x="9932665" y="4105372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751D25B1-3FED-6997-772C-6ED4CE491374}"/>
                </a:ext>
              </a:extLst>
            </p:cNvPr>
            <p:cNvSpPr/>
            <p:nvPr userDrawn="1"/>
          </p:nvSpPr>
          <p:spPr>
            <a:xfrm>
              <a:off x="8801060" y="471505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1F7F1E64-3A5D-CFF5-3512-4D8E4D749A06}"/>
                </a:ext>
              </a:extLst>
            </p:cNvPr>
            <p:cNvSpPr/>
            <p:nvPr userDrawn="1"/>
          </p:nvSpPr>
          <p:spPr>
            <a:xfrm>
              <a:off x="11064269" y="471505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FBB875FE-379F-04E1-7055-5D85F347D0B5}"/>
                </a:ext>
              </a:extLst>
            </p:cNvPr>
            <p:cNvSpPr/>
            <p:nvPr userDrawn="1"/>
          </p:nvSpPr>
          <p:spPr>
            <a:xfrm>
              <a:off x="9932665" y="4715058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713A2081-AAD0-7A97-E359-2453EB7F61E9}"/>
                </a:ext>
              </a:extLst>
            </p:cNvPr>
            <p:cNvSpPr/>
            <p:nvPr userDrawn="1"/>
          </p:nvSpPr>
          <p:spPr>
            <a:xfrm>
              <a:off x="8801060" y="532474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E687B92B-C18E-0868-FCFA-BDF10CD3BB2F}"/>
                </a:ext>
              </a:extLst>
            </p:cNvPr>
            <p:cNvSpPr/>
            <p:nvPr userDrawn="1"/>
          </p:nvSpPr>
          <p:spPr>
            <a:xfrm>
              <a:off x="11064269" y="532474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C55BB6D8-7C12-E24E-A301-AAFF4FBF8163}"/>
                </a:ext>
              </a:extLst>
            </p:cNvPr>
            <p:cNvSpPr/>
            <p:nvPr userDrawn="1"/>
          </p:nvSpPr>
          <p:spPr>
            <a:xfrm>
              <a:off x="9932665" y="5324744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1089912D-0223-6046-8768-30D236EA8E34}"/>
                </a:ext>
              </a:extLst>
            </p:cNvPr>
            <p:cNvSpPr/>
            <p:nvPr userDrawn="1"/>
          </p:nvSpPr>
          <p:spPr>
            <a:xfrm>
              <a:off x="8801060" y="5934431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A6A2230C-BE85-EF1C-FC60-CAF84CDDA03C}"/>
                </a:ext>
              </a:extLst>
            </p:cNvPr>
            <p:cNvSpPr/>
            <p:nvPr userDrawn="1"/>
          </p:nvSpPr>
          <p:spPr>
            <a:xfrm>
              <a:off x="11064269" y="5934431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69ACF847-E169-DFA9-D889-785FDE2FAB9D}"/>
                </a:ext>
              </a:extLst>
            </p:cNvPr>
            <p:cNvSpPr/>
            <p:nvPr userDrawn="1"/>
          </p:nvSpPr>
          <p:spPr>
            <a:xfrm>
              <a:off x="9932665" y="5934431"/>
              <a:ext cx="1029850" cy="482950"/>
            </a:xfrm>
            <a:custGeom>
              <a:avLst/>
              <a:gdLst>
                <a:gd name="connsiteX0" fmla="*/ 993786 w 1300446"/>
                <a:gd name="connsiteY0" fmla="*/ 0 h 609847"/>
                <a:gd name="connsiteX1" fmla="*/ 609505 w 1300446"/>
                <a:gd name="connsiteY1" fmla="*/ 278037 h 609847"/>
                <a:gd name="connsiteX2" fmla="*/ 306661 w 1300446"/>
                <a:gd name="connsiteY2" fmla="*/ 512740 h 609847"/>
                <a:gd name="connsiteX3" fmla="*/ 97979 w 1300446"/>
                <a:gd name="connsiteY3" fmla="*/ 305240 h 609847"/>
                <a:gd name="connsiteX4" fmla="*/ 306661 w 1300446"/>
                <a:gd name="connsiteY4" fmla="*/ 97424 h 609847"/>
                <a:gd name="connsiteX5" fmla="*/ 466354 w 1300446"/>
                <a:gd name="connsiteY5" fmla="*/ 155309 h 609847"/>
                <a:gd name="connsiteX6" fmla="*/ 528386 w 1300446"/>
                <a:gd name="connsiteY6" fmla="*/ 80027 h 609847"/>
                <a:gd name="connsiteX7" fmla="*/ 306661 w 1300446"/>
                <a:gd name="connsiteY7" fmla="*/ 0 h 609847"/>
                <a:gd name="connsiteX8" fmla="*/ 0 w 1300446"/>
                <a:gd name="connsiteY8" fmla="*/ 304924 h 609847"/>
                <a:gd name="connsiteX9" fmla="*/ 306661 w 1300446"/>
                <a:gd name="connsiteY9" fmla="*/ 609847 h 609847"/>
                <a:gd name="connsiteX10" fmla="*/ 690942 w 1300446"/>
                <a:gd name="connsiteY10" fmla="*/ 331810 h 609847"/>
                <a:gd name="connsiteX11" fmla="*/ 993786 w 1300446"/>
                <a:gd name="connsiteY11" fmla="*/ 97107 h 609847"/>
                <a:gd name="connsiteX12" fmla="*/ 1202468 w 1300446"/>
                <a:gd name="connsiteY12" fmla="*/ 304607 h 609847"/>
                <a:gd name="connsiteX13" fmla="*/ 993786 w 1300446"/>
                <a:gd name="connsiteY13" fmla="*/ 512107 h 609847"/>
                <a:gd name="connsiteX14" fmla="*/ 748839 w 1300446"/>
                <a:gd name="connsiteY14" fmla="*/ 360911 h 609847"/>
                <a:gd name="connsiteX15" fmla="*/ 748839 w 1300446"/>
                <a:gd name="connsiteY15" fmla="*/ 360278 h 609847"/>
                <a:gd name="connsiteX16" fmla="*/ 689988 w 1300446"/>
                <a:gd name="connsiteY16" fmla="*/ 444733 h 609847"/>
                <a:gd name="connsiteX17" fmla="*/ 993786 w 1300446"/>
                <a:gd name="connsiteY17" fmla="*/ 609214 h 609847"/>
                <a:gd name="connsiteX18" fmla="*/ 1300447 w 1300446"/>
                <a:gd name="connsiteY18" fmla="*/ 304291 h 609847"/>
                <a:gd name="connsiteX19" fmla="*/ 993786 w 1300446"/>
                <a:gd name="connsiteY19" fmla="*/ 0 h 609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0446" h="609847">
                  <a:moveTo>
                    <a:pt x="993786" y="0"/>
                  </a:moveTo>
                  <a:cubicBezTo>
                    <a:pt x="795919" y="0"/>
                    <a:pt x="696668" y="147717"/>
                    <a:pt x="609505" y="278037"/>
                  </a:cubicBezTo>
                  <a:cubicBezTo>
                    <a:pt x="525205" y="403929"/>
                    <a:pt x="452357" y="512740"/>
                    <a:pt x="306661" y="512740"/>
                  </a:cubicBezTo>
                  <a:cubicBezTo>
                    <a:pt x="195322" y="512740"/>
                    <a:pt x="97979" y="415632"/>
                    <a:pt x="97979" y="305240"/>
                  </a:cubicBezTo>
                  <a:cubicBezTo>
                    <a:pt x="97979" y="194847"/>
                    <a:pt x="191504" y="97424"/>
                    <a:pt x="306661" y="97424"/>
                  </a:cubicBezTo>
                  <a:cubicBezTo>
                    <a:pt x="367421" y="97424"/>
                    <a:pt x="418319" y="115770"/>
                    <a:pt x="466354" y="155309"/>
                  </a:cubicBezTo>
                  <a:lnTo>
                    <a:pt x="528386" y="80027"/>
                  </a:lnTo>
                  <a:cubicBezTo>
                    <a:pt x="462855" y="26254"/>
                    <a:pt x="390325" y="0"/>
                    <a:pt x="306661" y="0"/>
                  </a:cubicBezTo>
                  <a:cubicBezTo>
                    <a:pt x="137425" y="0"/>
                    <a:pt x="0" y="136646"/>
                    <a:pt x="0" y="304924"/>
                  </a:cubicBezTo>
                  <a:cubicBezTo>
                    <a:pt x="0" y="473201"/>
                    <a:pt x="140288" y="609847"/>
                    <a:pt x="306661" y="609847"/>
                  </a:cubicBezTo>
                  <a:cubicBezTo>
                    <a:pt x="504528" y="609847"/>
                    <a:pt x="603461" y="462130"/>
                    <a:pt x="690942" y="331810"/>
                  </a:cubicBezTo>
                  <a:cubicBezTo>
                    <a:pt x="775242" y="205918"/>
                    <a:pt x="848090" y="97107"/>
                    <a:pt x="993786" y="97107"/>
                  </a:cubicBezTo>
                  <a:cubicBezTo>
                    <a:pt x="1108943" y="97107"/>
                    <a:pt x="1202468" y="190103"/>
                    <a:pt x="1202468" y="304607"/>
                  </a:cubicBezTo>
                  <a:cubicBezTo>
                    <a:pt x="1202468" y="419112"/>
                    <a:pt x="1108943" y="512107"/>
                    <a:pt x="993786" y="512107"/>
                  </a:cubicBezTo>
                  <a:cubicBezTo>
                    <a:pt x="924755" y="512107"/>
                    <a:pt x="847454" y="493761"/>
                    <a:pt x="748839" y="360911"/>
                  </a:cubicBezTo>
                  <a:lnTo>
                    <a:pt x="748839" y="360278"/>
                  </a:lnTo>
                  <a:cubicBezTo>
                    <a:pt x="748839" y="360278"/>
                    <a:pt x="689988" y="444733"/>
                    <a:pt x="689988" y="444733"/>
                  </a:cubicBezTo>
                  <a:cubicBezTo>
                    <a:pt x="757746" y="529820"/>
                    <a:pt x="848090" y="609214"/>
                    <a:pt x="993786" y="609214"/>
                  </a:cubicBezTo>
                  <a:cubicBezTo>
                    <a:pt x="1162704" y="609214"/>
                    <a:pt x="1300447" y="472568"/>
                    <a:pt x="1300447" y="304291"/>
                  </a:cubicBezTo>
                  <a:cubicBezTo>
                    <a:pt x="1300447" y="136014"/>
                    <a:pt x="1163022" y="0"/>
                    <a:pt x="993786" y="0"/>
                  </a:cubicBezTo>
                </a:path>
              </a:pathLst>
            </a:custGeom>
            <a:solidFill>
              <a:schemeClr val="bg1"/>
            </a:solidFill>
            <a:ln w="31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A4C3003F-8B3B-F09D-E130-9AC28BD75E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3571" y="44025"/>
            <a:ext cx="2907792" cy="7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493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776" userDrawn="1">
          <p15:clr>
            <a:srgbClr val="FBAE40"/>
          </p15:clr>
        </p15:guide>
      </p15:sldGuideLst>
    </p:ext>
  </p:extLs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: 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7A097F4-D28B-5C48-A42E-D52C062A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C9657-B579-434D-9EB1-016F2AFF4B4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F83224-F7D5-444B-B298-8F5E4E4327AD}"/>
              </a:ext>
            </a:extLst>
          </p:cNvPr>
          <p:cNvSpPr/>
          <p:nvPr userDrawn="1"/>
        </p:nvSpPr>
        <p:spPr>
          <a:xfrm>
            <a:off x="1" y="0"/>
            <a:ext cx="12193200" cy="63500"/>
          </a:xfrm>
          <a:prstGeom prst="rect">
            <a:avLst/>
          </a:prstGeom>
          <a:solidFill>
            <a:srgbClr val="003A6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22EDB4C3-AFF6-0A95-E9C1-40FF3B1C02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7675" y="1544400"/>
            <a:ext cx="4525159" cy="37708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4300" b="0" i="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90000"/>
              </a:lnSpc>
              <a:spcAft>
                <a:spcPts val="2300"/>
              </a:spcAft>
              <a:defRPr sz="4300" b="0" i="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[Divider: v5]</a:t>
            </a:r>
          </a:p>
          <a:p>
            <a:pPr lvl="1"/>
            <a:r>
              <a:rPr lang="en-GB"/>
              <a:t>Second level &lt;Subheading&gt;</a:t>
            </a:r>
          </a:p>
          <a:p>
            <a:pPr lvl="2"/>
            <a:r>
              <a:rPr lang="en-GB"/>
              <a:t>Third level &lt;Text&gt;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C1EBDA73-90A8-43CE-17F8-501D7320EF31}"/>
              </a:ext>
            </a:extLst>
          </p:cNvPr>
          <p:cNvSpPr>
            <a:spLocks noChangeAspect="1"/>
          </p:cNvSpPr>
          <p:nvPr userDrawn="1"/>
        </p:nvSpPr>
        <p:spPr>
          <a:xfrm>
            <a:off x="5261994" y="1374848"/>
            <a:ext cx="6930007" cy="4384800"/>
          </a:xfrm>
          <a:custGeom>
            <a:avLst/>
            <a:gdLst>
              <a:gd name="connsiteX0" fmla="*/ 5384153 w 6930007"/>
              <a:gd name="connsiteY0" fmla="*/ 2590399 h 4384800"/>
              <a:gd name="connsiteX1" fmla="*/ 5384153 w 6930007"/>
              <a:gd name="connsiteY1" fmla="*/ 2594950 h 4384800"/>
              <a:gd name="connsiteX2" fmla="*/ 6760457 w 6930007"/>
              <a:gd name="connsiteY2" fmla="*/ 3646514 h 4384800"/>
              <a:gd name="connsiteX3" fmla="*/ 6930007 w 6930007"/>
              <a:gd name="connsiteY3" fmla="*/ 3670766 h 4384800"/>
              <a:gd name="connsiteX4" fmla="*/ 6930007 w 6930007"/>
              <a:gd name="connsiteY4" fmla="*/ 4371225 h 4384800"/>
              <a:gd name="connsiteX5" fmla="*/ 6770683 w 6930007"/>
              <a:gd name="connsiteY5" fmla="*/ 4354526 h 4384800"/>
              <a:gd name="connsiteX6" fmla="*/ 4961014 w 6930007"/>
              <a:gd name="connsiteY6" fmla="*/ 3197630 h 4384800"/>
              <a:gd name="connsiteX7" fmla="*/ 5384153 w 6930007"/>
              <a:gd name="connsiteY7" fmla="*/ 2590399 h 4384800"/>
              <a:gd name="connsiteX8" fmla="*/ 2204893 w 6930007"/>
              <a:gd name="connsiteY8" fmla="*/ 0 h 4384800"/>
              <a:gd name="connsiteX9" fmla="*/ 3799095 w 6930007"/>
              <a:gd name="connsiteY9" fmla="*/ 575394 h 4384800"/>
              <a:gd name="connsiteX10" fmla="*/ 3353085 w 6930007"/>
              <a:gd name="connsiteY10" fmla="*/ 1116672 h 4384800"/>
              <a:gd name="connsiteX11" fmla="*/ 2204893 w 6930007"/>
              <a:gd name="connsiteY11" fmla="*/ 700479 h 4384800"/>
              <a:gd name="connsiteX12" fmla="*/ 704469 w 6930007"/>
              <a:gd name="connsiteY12" fmla="*/ 2194676 h 4384800"/>
              <a:gd name="connsiteX13" fmla="*/ 2204893 w 6930007"/>
              <a:gd name="connsiteY13" fmla="*/ 3686601 h 4384800"/>
              <a:gd name="connsiteX14" fmla="*/ 4382341 w 6930007"/>
              <a:gd name="connsiteY14" fmla="*/ 1999086 h 4384800"/>
              <a:gd name="connsiteX15" fmla="*/ 6886729 w 6930007"/>
              <a:gd name="connsiteY15" fmla="*/ 12157 h 4384800"/>
              <a:gd name="connsiteX16" fmla="*/ 6930007 w 6930007"/>
              <a:gd name="connsiteY16" fmla="*/ 10122 h 4384800"/>
              <a:gd name="connsiteX17" fmla="*/ 6930007 w 6930007"/>
              <a:gd name="connsiteY17" fmla="*/ 710873 h 4384800"/>
              <a:gd name="connsiteX18" fmla="*/ 6775856 w 6930007"/>
              <a:gd name="connsiteY18" fmla="*/ 733584 h 4384800"/>
              <a:gd name="connsiteX19" fmla="*/ 4967873 w 6930007"/>
              <a:gd name="connsiteY19" fmla="*/ 2385714 h 4384800"/>
              <a:gd name="connsiteX20" fmla="*/ 2204893 w 6930007"/>
              <a:gd name="connsiteY20" fmla="*/ 4384800 h 4384800"/>
              <a:gd name="connsiteX21" fmla="*/ 0 w 6930007"/>
              <a:gd name="connsiteY21" fmla="*/ 2192404 h 4384800"/>
              <a:gd name="connsiteX22" fmla="*/ 2204893 w 6930007"/>
              <a:gd name="connsiteY22" fmla="*/ 0 h 438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930007" h="4384800">
                <a:moveTo>
                  <a:pt x="5384153" y="2590399"/>
                </a:moveTo>
                <a:lnTo>
                  <a:pt x="5384153" y="2594950"/>
                </a:lnTo>
                <a:cubicBezTo>
                  <a:pt x="5915935" y="3311344"/>
                  <a:pt x="6361514" y="3564641"/>
                  <a:pt x="6760457" y="3646514"/>
                </a:cubicBezTo>
                <a:lnTo>
                  <a:pt x="6930007" y="3670766"/>
                </a:lnTo>
                <a:lnTo>
                  <a:pt x="6930007" y="4371225"/>
                </a:lnTo>
                <a:lnTo>
                  <a:pt x="6770683" y="4354526"/>
                </a:lnTo>
                <a:cubicBezTo>
                  <a:pt x="5937911" y="4236899"/>
                  <a:pt x="5387296" y="3732934"/>
                  <a:pt x="4961014" y="3197630"/>
                </a:cubicBezTo>
                <a:cubicBezTo>
                  <a:pt x="4961014" y="3197630"/>
                  <a:pt x="5384153" y="2590399"/>
                  <a:pt x="5384153" y="2590399"/>
                </a:cubicBezTo>
                <a:close/>
                <a:moveTo>
                  <a:pt x="2204893" y="0"/>
                </a:moveTo>
                <a:cubicBezTo>
                  <a:pt x="2806437" y="0"/>
                  <a:pt x="3327927" y="188766"/>
                  <a:pt x="3799095" y="575394"/>
                </a:cubicBezTo>
                <a:lnTo>
                  <a:pt x="3353085" y="1116672"/>
                </a:lnTo>
                <a:cubicBezTo>
                  <a:pt x="3007714" y="832387"/>
                  <a:pt x="2641757" y="700479"/>
                  <a:pt x="2204893" y="700479"/>
                </a:cubicBezTo>
                <a:cubicBezTo>
                  <a:pt x="1376914" y="700479"/>
                  <a:pt x="704469" y="1400950"/>
                  <a:pt x="704469" y="2194676"/>
                </a:cubicBezTo>
                <a:cubicBezTo>
                  <a:pt x="704469" y="2988394"/>
                  <a:pt x="1404365" y="3686601"/>
                  <a:pt x="2204893" y="3686601"/>
                </a:cubicBezTo>
                <a:cubicBezTo>
                  <a:pt x="3252447" y="3686601"/>
                  <a:pt x="3776224" y="2904250"/>
                  <a:pt x="4382341" y="1999086"/>
                </a:cubicBezTo>
                <a:cubicBezTo>
                  <a:pt x="4969874" y="1120648"/>
                  <a:pt x="5633796" y="132272"/>
                  <a:pt x="6886729" y="12157"/>
                </a:cubicBezTo>
                <a:lnTo>
                  <a:pt x="6930007" y="10122"/>
                </a:lnTo>
                <a:lnTo>
                  <a:pt x="6930007" y="710873"/>
                </a:lnTo>
                <a:lnTo>
                  <a:pt x="6775856" y="733584"/>
                </a:lnTo>
                <a:cubicBezTo>
                  <a:pt x="5965536" y="895706"/>
                  <a:pt x="5498225" y="1593696"/>
                  <a:pt x="4967873" y="2385714"/>
                </a:cubicBezTo>
                <a:cubicBezTo>
                  <a:pt x="4338885" y="3322715"/>
                  <a:pt x="3627557" y="4384800"/>
                  <a:pt x="2204893" y="4384800"/>
                </a:cubicBezTo>
                <a:cubicBezTo>
                  <a:pt x="1008671" y="4384800"/>
                  <a:pt x="0" y="3402315"/>
                  <a:pt x="0" y="2192404"/>
                </a:cubicBezTo>
                <a:cubicBezTo>
                  <a:pt x="0" y="982485"/>
                  <a:pt x="988086" y="0"/>
                  <a:pt x="2204893" y="0"/>
                </a:cubicBezTo>
                <a:close/>
              </a:path>
            </a:pathLst>
          </a:custGeom>
          <a:solidFill>
            <a:schemeClr val="bg1"/>
          </a:solidFill>
          <a:ln w="3181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 sz="180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5B2FC16-DA2F-B8E6-5C3F-DE7284850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3571" y="44025"/>
            <a:ext cx="2907792" cy="7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43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: 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7A097F4-D28B-5C48-A42E-D52C062A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C9657-B579-434D-9EB1-016F2AFF4B4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F83224-F7D5-444B-B298-8F5E4E4327AD}"/>
              </a:ext>
            </a:extLst>
          </p:cNvPr>
          <p:cNvSpPr/>
          <p:nvPr userDrawn="1"/>
        </p:nvSpPr>
        <p:spPr>
          <a:xfrm>
            <a:off x="1" y="0"/>
            <a:ext cx="12193200" cy="63500"/>
          </a:xfrm>
          <a:prstGeom prst="rect">
            <a:avLst/>
          </a:prstGeom>
          <a:solidFill>
            <a:srgbClr val="003A6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22EDB4C3-AFF6-0A95-E9C1-40FF3B1C02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7675" y="1544400"/>
            <a:ext cx="4525159" cy="37708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4300" b="0" i="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90000"/>
              </a:lnSpc>
              <a:spcAft>
                <a:spcPts val="2300"/>
              </a:spcAft>
              <a:defRPr sz="4300" b="0" i="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[Divider: v6]</a:t>
            </a:r>
          </a:p>
          <a:p>
            <a:pPr lvl="1"/>
            <a:r>
              <a:rPr lang="en-GB"/>
              <a:t>Second level &lt;Subheading&gt;</a:t>
            </a:r>
          </a:p>
          <a:p>
            <a:pPr lvl="2"/>
            <a:r>
              <a:rPr lang="en-GB"/>
              <a:t>Third level &lt;Text&gt;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C1EBDA73-90A8-43CE-17F8-501D7320EF31}"/>
              </a:ext>
            </a:extLst>
          </p:cNvPr>
          <p:cNvSpPr>
            <a:spLocks noChangeAspect="1"/>
          </p:cNvSpPr>
          <p:nvPr userDrawn="1"/>
        </p:nvSpPr>
        <p:spPr>
          <a:xfrm>
            <a:off x="5261994" y="1374848"/>
            <a:ext cx="6930007" cy="4384800"/>
          </a:xfrm>
          <a:custGeom>
            <a:avLst/>
            <a:gdLst>
              <a:gd name="connsiteX0" fmla="*/ 5384153 w 6930007"/>
              <a:gd name="connsiteY0" fmla="*/ 2590399 h 4384800"/>
              <a:gd name="connsiteX1" fmla="*/ 5384153 w 6930007"/>
              <a:gd name="connsiteY1" fmla="*/ 2594950 h 4384800"/>
              <a:gd name="connsiteX2" fmla="*/ 6760457 w 6930007"/>
              <a:gd name="connsiteY2" fmla="*/ 3646514 h 4384800"/>
              <a:gd name="connsiteX3" fmla="*/ 6930007 w 6930007"/>
              <a:gd name="connsiteY3" fmla="*/ 3670766 h 4384800"/>
              <a:gd name="connsiteX4" fmla="*/ 6930007 w 6930007"/>
              <a:gd name="connsiteY4" fmla="*/ 4371225 h 4384800"/>
              <a:gd name="connsiteX5" fmla="*/ 6770683 w 6930007"/>
              <a:gd name="connsiteY5" fmla="*/ 4354526 h 4384800"/>
              <a:gd name="connsiteX6" fmla="*/ 4961014 w 6930007"/>
              <a:gd name="connsiteY6" fmla="*/ 3197630 h 4384800"/>
              <a:gd name="connsiteX7" fmla="*/ 5384153 w 6930007"/>
              <a:gd name="connsiteY7" fmla="*/ 2590399 h 4384800"/>
              <a:gd name="connsiteX8" fmla="*/ 2204893 w 6930007"/>
              <a:gd name="connsiteY8" fmla="*/ 0 h 4384800"/>
              <a:gd name="connsiteX9" fmla="*/ 3799095 w 6930007"/>
              <a:gd name="connsiteY9" fmla="*/ 575394 h 4384800"/>
              <a:gd name="connsiteX10" fmla="*/ 3353085 w 6930007"/>
              <a:gd name="connsiteY10" fmla="*/ 1116672 h 4384800"/>
              <a:gd name="connsiteX11" fmla="*/ 2204893 w 6930007"/>
              <a:gd name="connsiteY11" fmla="*/ 700479 h 4384800"/>
              <a:gd name="connsiteX12" fmla="*/ 704469 w 6930007"/>
              <a:gd name="connsiteY12" fmla="*/ 2194676 h 4384800"/>
              <a:gd name="connsiteX13" fmla="*/ 2204893 w 6930007"/>
              <a:gd name="connsiteY13" fmla="*/ 3686601 h 4384800"/>
              <a:gd name="connsiteX14" fmla="*/ 4382341 w 6930007"/>
              <a:gd name="connsiteY14" fmla="*/ 1999086 h 4384800"/>
              <a:gd name="connsiteX15" fmla="*/ 6886729 w 6930007"/>
              <a:gd name="connsiteY15" fmla="*/ 12157 h 4384800"/>
              <a:gd name="connsiteX16" fmla="*/ 6930007 w 6930007"/>
              <a:gd name="connsiteY16" fmla="*/ 10122 h 4384800"/>
              <a:gd name="connsiteX17" fmla="*/ 6930007 w 6930007"/>
              <a:gd name="connsiteY17" fmla="*/ 710873 h 4384800"/>
              <a:gd name="connsiteX18" fmla="*/ 6775856 w 6930007"/>
              <a:gd name="connsiteY18" fmla="*/ 733584 h 4384800"/>
              <a:gd name="connsiteX19" fmla="*/ 4967873 w 6930007"/>
              <a:gd name="connsiteY19" fmla="*/ 2385714 h 4384800"/>
              <a:gd name="connsiteX20" fmla="*/ 2204893 w 6930007"/>
              <a:gd name="connsiteY20" fmla="*/ 4384800 h 4384800"/>
              <a:gd name="connsiteX21" fmla="*/ 0 w 6930007"/>
              <a:gd name="connsiteY21" fmla="*/ 2192404 h 4384800"/>
              <a:gd name="connsiteX22" fmla="*/ 2204893 w 6930007"/>
              <a:gd name="connsiteY22" fmla="*/ 0 h 438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930007" h="4384800">
                <a:moveTo>
                  <a:pt x="5384153" y="2590399"/>
                </a:moveTo>
                <a:lnTo>
                  <a:pt x="5384153" y="2594950"/>
                </a:lnTo>
                <a:cubicBezTo>
                  <a:pt x="5915935" y="3311344"/>
                  <a:pt x="6361514" y="3564641"/>
                  <a:pt x="6760457" y="3646514"/>
                </a:cubicBezTo>
                <a:lnTo>
                  <a:pt x="6930007" y="3670766"/>
                </a:lnTo>
                <a:lnTo>
                  <a:pt x="6930007" y="4371225"/>
                </a:lnTo>
                <a:lnTo>
                  <a:pt x="6770683" y="4354526"/>
                </a:lnTo>
                <a:cubicBezTo>
                  <a:pt x="5937911" y="4236899"/>
                  <a:pt x="5387296" y="3732934"/>
                  <a:pt x="4961014" y="3197630"/>
                </a:cubicBezTo>
                <a:cubicBezTo>
                  <a:pt x="4961014" y="3197630"/>
                  <a:pt x="5384153" y="2590399"/>
                  <a:pt x="5384153" y="2590399"/>
                </a:cubicBezTo>
                <a:close/>
                <a:moveTo>
                  <a:pt x="2204893" y="0"/>
                </a:moveTo>
                <a:cubicBezTo>
                  <a:pt x="2806437" y="0"/>
                  <a:pt x="3327927" y="188766"/>
                  <a:pt x="3799095" y="575394"/>
                </a:cubicBezTo>
                <a:lnTo>
                  <a:pt x="3353085" y="1116672"/>
                </a:lnTo>
                <a:cubicBezTo>
                  <a:pt x="3007714" y="832387"/>
                  <a:pt x="2641757" y="700479"/>
                  <a:pt x="2204893" y="700479"/>
                </a:cubicBezTo>
                <a:cubicBezTo>
                  <a:pt x="1376914" y="700479"/>
                  <a:pt x="704469" y="1400950"/>
                  <a:pt x="704469" y="2194676"/>
                </a:cubicBezTo>
                <a:cubicBezTo>
                  <a:pt x="704469" y="2988394"/>
                  <a:pt x="1404365" y="3686601"/>
                  <a:pt x="2204893" y="3686601"/>
                </a:cubicBezTo>
                <a:cubicBezTo>
                  <a:pt x="3252447" y="3686601"/>
                  <a:pt x="3776224" y="2904250"/>
                  <a:pt x="4382341" y="1999086"/>
                </a:cubicBezTo>
                <a:cubicBezTo>
                  <a:pt x="4969874" y="1120648"/>
                  <a:pt x="5633796" y="132272"/>
                  <a:pt x="6886729" y="12157"/>
                </a:cubicBezTo>
                <a:lnTo>
                  <a:pt x="6930007" y="10122"/>
                </a:lnTo>
                <a:lnTo>
                  <a:pt x="6930007" y="710873"/>
                </a:lnTo>
                <a:lnTo>
                  <a:pt x="6775856" y="733584"/>
                </a:lnTo>
                <a:cubicBezTo>
                  <a:pt x="5965536" y="895706"/>
                  <a:pt x="5498225" y="1593696"/>
                  <a:pt x="4967873" y="2385714"/>
                </a:cubicBezTo>
                <a:cubicBezTo>
                  <a:pt x="4338885" y="3322715"/>
                  <a:pt x="3627557" y="4384800"/>
                  <a:pt x="2204893" y="4384800"/>
                </a:cubicBezTo>
                <a:cubicBezTo>
                  <a:pt x="1008671" y="4384800"/>
                  <a:pt x="0" y="3402315"/>
                  <a:pt x="0" y="2192404"/>
                </a:cubicBezTo>
                <a:cubicBezTo>
                  <a:pt x="0" y="982485"/>
                  <a:pt x="988086" y="0"/>
                  <a:pt x="2204893" y="0"/>
                </a:cubicBezTo>
                <a:close/>
              </a:path>
            </a:pathLst>
          </a:custGeom>
          <a:solidFill>
            <a:schemeClr val="bg1"/>
          </a:solidFill>
          <a:ln w="3181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 sz="180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C297A1F-F154-841B-CBF0-058B9E9BE6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3571" y="44025"/>
            <a:ext cx="2907792" cy="7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88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C1B10-C510-0C43-8B94-5264514323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675" y="349201"/>
            <a:ext cx="7365323" cy="533775"/>
          </a:xfrm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r>
              <a:rPr lang="en-GB"/>
              <a:t>[Text with Profiles]</a:t>
            </a:r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558EAD99-E63D-304C-9026-2E43262B296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89427" y="1498601"/>
            <a:ext cx="949324" cy="949325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txBody>
          <a:bodyPr wrap="none"/>
          <a:lstStyle>
            <a:lvl1pPr algn="ctr">
              <a:defRPr sz="800" b="0" i="0">
                <a:latin typeface="Lato Light" panose="020F0302020204030203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524F041-00E7-7147-887E-E354238E42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79397" y="1706374"/>
            <a:ext cx="2433600" cy="533776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700" b="0" i="0"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300" b="0" i="0">
                <a:latin typeface="+mn-lt"/>
              </a:defRPr>
            </a:lvl2pPr>
            <a:lvl3pPr>
              <a:defRPr sz="1000" b="0" i="0">
                <a:latin typeface="Gotham Light" pitchFamily="2" charset="0"/>
              </a:defRPr>
            </a:lvl3pPr>
            <a:lvl4pPr>
              <a:defRPr sz="1000" b="0" i="0">
                <a:latin typeface="Gotham Light" pitchFamily="2" charset="0"/>
              </a:defRPr>
            </a:lvl4pPr>
            <a:lvl5pPr>
              <a:defRPr sz="1000" b="0" i="0">
                <a:latin typeface="Gotham Light" pitchFamily="2" charset="0"/>
              </a:defRPr>
            </a:lvl5pPr>
          </a:lstStyle>
          <a:p>
            <a:pPr lvl="0"/>
            <a:r>
              <a:rPr lang="en-GB"/>
              <a:t>&lt;Name&gt;</a:t>
            </a:r>
          </a:p>
          <a:p>
            <a:pPr lvl="1"/>
            <a:r>
              <a:rPr lang="en-GB"/>
              <a:t>Second level &lt;Job Title&gt;</a:t>
            </a:r>
          </a:p>
        </p:txBody>
      </p:sp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66BF22CD-8D4B-9D4A-B08B-42C9D1F7AEF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89427" y="2776328"/>
            <a:ext cx="949324" cy="949325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txBody>
          <a:bodyPr wrap="none"/>
          <a:lstStyle>
            <a:lvl1pPr algn="ctr">
              <a:defRPr sz="800" b="0" i="0">
                <a:latin typeface="Lato Light" panose="020F0302020204030203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1513B85C-EF74-E64C-A24D-825AEA7B246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89427" y="4055642"/>
            <a:ext cx="949324" cy="949325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txBody>
          <a:bodyPr wrap="none"/>
          <a:lstStyle>
            <a:lvl1pPr algn="ctr">
              <a:defRPr sz="800" b="0" i="0">
                <a:latin typeface="Lato Light" panose="020F0302020204030203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F79A0827-7ACE-1E41-8229-EF3E2B1CF6A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79768" y="1495426"/>
            <a:ext cx="949324" cy="949325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txBody>
          <a:bodyPr wrap="none"/>
          <a:lstStyle>
            <a:lvl1pPr algn="ctr">
              <a:defRPr sz="800" b="0" i="0">
                <a:latin typeface="Lato Light" panose="020F0302020204030203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6CBED548-DA87-4B4E-A7EF-91EC1E1F90A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79768" y="2776328"/>
            <a:ext cx="949324" cy="949325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txBody>
          <a:bodyPr wrap="none"/>
          <a:lstStyle>
            <a:lvl1pPr algn="ctr">
              <a:defRPr sz="800" b="0" i="0">
                <a:latin typeface="Lato Light" panose="020F0302020204030203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40CEF2F8-50D9-2243-8C12-87038272EC6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79768" y="4055642"/>
            <a:ext cx="949324" cy="949325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txBody>
          <a:bodyPr wrap="none"/>
          <a:lstStyle>
            <a:lvl1pPr algn="ctr">
              <a:defRPr sz="800" b="0" i="0">
                <a:latin typeface="Lato Light" panose="020F0302020204030203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3AFD72-FDA3-C065-DFE3-209B1D88A0ED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B66C9657-B579-434D-9EB1-016F2AFF4B4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CD0779D-FB27-C423-3FBA-CACE9BB28A4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10155" y="1703199"/>
            <a:ext cx="2433600" cy="533776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700" b="0" i="0"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300" b="0" i="0">
                <a:latin typeface="+mn-lt"/>
              </a:defRPr>
            </a:lvl2pPr>
            <a:lvl3pPr>
              <a:defRPr sz="1000" b="0" i="0">
                <a:latin typeface="Gotham Light" pitchFamily="2" charset="0"/>
              </a:defRPr>
            </a:lvl3pPr>
            <a:lvl4pPr>
              <a:defRPr sz="1000" b="0" i="0">
                <a:latin typeface="Gotham Light" pitchFamily="2" charset="0"/>
              </a:defRPr>
            </a:lvl4pPr>
            <a:lvl5pPr>
              <a:defRPr sz="1000" b="0" i="0">
                <a:latin typeface="Gotham Light" pitchFamily="2" charset="0"/>
              </a:defRPr>
            </a:lvl5pPr>
          </a:lstStyle>
          <a:p>
            <a:pPr lvl="0"/>
            <a:r>
              <a:rPr lang="en-GB"/>
              <a:t>&lt;Name&gt;</a:t>
            </a:r>
          </a:p>
          <a:p>
            <a:pPr lvl="1"/>
            <a:r>
              <a:rPr lang="en-GB"/>
              <a:t>Second level &lt;Job Title&gt;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2F77730-30EA-DB29-D4E1-542A4AE6C2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9397" y="2984102"/>
            <a:ext cx="2433600" cy="533776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700" b="0" i="0"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300" b="0" i="0">
                <a:latin typeface="+mn-lt"/>
              </a:defRPr>
            </a:lvl2pPr>
            <a:lvl3pPr>
              <a:defRPr sz="1000" b="0" i="0">
                <a:latin typeface="Gotham Light" pitchFamily="2" charset="0"/>
              </a:defRPr>
            </a:lvl3pPr>
            <a:lvl4pPr>
              <a:defRPr sz="1000" b="0" i="0">
                <a:latin typeface="Gotham Light" pitchFamily="2" charset="0"/>
              </a:defRPr>
            </a:lvl4pPr>
            <a:lvl5pPr>
              <a:defRPr sz="1000" b="0" i="0">
                <a:latin typeface="Gotham Light" pitchFamily="2" charset="0"/>
              </a:defRPr>
            </a:lvl5pPr>
          </a:lstStyle>
          <a:p>
            <a:pPr lvl="0"/>
            <a:r>
              <a:rPr lang="en-GB"/>
              <a:t>&lt;Name&gt;</a:t>
            </a:r>
          </a:p>
          <a:p>
            <a:pPr lvl="1"/>
            <a:r>
              <a:rPr lang="en-GB"/>
              <a:t>Second level &lt;Job Title&gt;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D69838A3-0B26-C885-D6D8-9440600E668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310155" y="2984102"/>
            <a:ext cx="2433600" cy="533776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700" b="0" i="0"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300" b="0" i="0">
                <a:latin typeface="+mn-lt"/>
              </a:defRPr>
            </a:lvl2pPr>
            <a:lvl3pPr>
              <a:defRPr sz="1000" b="0" i="0">
                <a:latin typeface="Gotham Light" pitchFamily="2" charset="0"/>
              </a:defRPr>
            </a:lvl3pPr>
            <a:lvl4pPr>
              <a:defRPr sz="1000" b="0" i="0">
                <a:latin typeface="Gotham Light" pitchFamily="2" charset="0"/>
              </a:defRPr>
            </a:lvl4pPr>
            <a:lvl5pPr>
              <a:defRPr sz="1000" b="0" i="0">
                <a:latin typeface="Gotham Light" pitchFamily="2" charset="0"/>
              </a:defRPr>
            </a:lvl5pPr>
          </a:lstStyle>
          <a:p>
            <a:pPr lvl="0"/>
            <a:r>
              <a:rPr lang="en-GB"/>
              <a:t>&lt;Name&gt;</a:t>
            </a:r>
          </a:p>
          <a:p>
            <a:pPr lvl="1"/>
            <a:r>
              <a:rPr lang="en-GB"/>
              <a:t>Second level &lt;Job Title&gt;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96A1CAC-D8C4-F0BF-6D4B-EDCFA7BC282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79397" y="4263416"/>
            <a:ext cx="2433600" cy="533776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700" b="0" i="0"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300" b="0" i="0">
                <a:latin typeface="+mn-lt"/>
              </a:defRPr>
            </a:lvl2pPr>
            <a:lvl3pPr>
              <a:defRPr sz="1000" b="0" i="0">
                <a:latin typeface="Gotham Light" pitchFamily="2" charset="0"/>
              </a:defRPr>
            </a:lvl3pPr>
            <a:lvl4pPr>
              <a:defRPr sz="1000" b="0" i="0">
                <a:latin typeface="Gotham Light" pitchFamily="2" charset="0"/>
              </a:defRPr>
            </a:lvl4pPr>
            <a:lvl5pPr>
              <a:defRPr sz="1000" b="0" i="0">
                <a:latin typeface="Gotham Light" pitchFamily="2" charset="0"/>
              </a:defRPr>
            </a:lvl5pPr>
          </a:lstStyle>
          <a:p>
            <a:pPr lvl="0"/>
            <a:r>
              <a:rPr lang="en-GB"/>
              <a:t>&lt;Name&gt;</a:t>
            </a:r>
          </a:p>
          <a:p>
            <a:pPr lvl="1"/>
            <a:r>
              <a:rPr lang="en-GB"/>
              <a:t>Second level &lt;Job Title&gt;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FCEEDAC9-C288-DE92-22E1-281F5547F84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10155" y="4263416"/>
            <a:ext cx="2433600" cy="533776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700" b="0" i="0">
                <a:latin typeface="+mj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300" b="0" i="0">
                <a:latin typeface="+mn-lt"/>
              </a:defRPr>
            </a:lvl2pPr>
            <a:lvl3pPr>
              <a:defRPr sz="1000" b="0" i="0">
                <a:latin typeface="Gotham Light" pitchFamily="2" charset="0"/>
              </a:defRPr>
            </a:lvl3pPr>
            <a:lvl4pPr>
              <a:defRPr sz="1000" b="0" i="0">
                <a:latin typeface="Gotham Light" pitchFamily="2" charset="0"/>
              </a:defRPr>
            </a:lvl4pPr>
            <a:lvl5pPr>
              <a:defRPr sz="1000" b="0" i="0">
                <a:latin typeface="Gotham Light" pitchFamily="2" charset="0"/>
              </a:defRPr>
            </a:lvl5pPr>
          </a:lstStyle>
          <a:p>
            <a:pPr lvl="0"/>
            <a:r>
              <a:rPr lang="en-GB"/>
              <a:t>&lt;Name&gt;</a:t>
            </a:r>
          </a:p>
          <a:p>
            <a:pPr lvl="1"/>
            <a:r>
              <a:rPr lang="en-GB"/>
              <a:t>Second level &lt;Job Title&gt;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89CCCA10-8ABB-00C8-7711-FBA7B3962E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7676" y="1495400"/>
            <a:ext cx="2660400" cy="4070350"/>
          </a:xfrm>
        </p:spPr>
        <p:txBody>
          <a:bodyPr rIns="144000"/>
          <a:lstStyle>
            <a:lvl1pPr>
              <a:lnSpc>
                <a:spcPct val="114000"/>
              </a:lnSpc>
              <a:spcBef>
                <a:spcPts val="0"/>
              </a:spcBef>
              <a:defRPr sz="1300" b="0" i="0">
                <a:latin typeface="+mj-lt"/>
              </a:defRPr>
            </a:lvl1pPr>
            <a:lvl2pPr>
              <a:lnSpc>
                <a:spcPct val="114000"/>
              </a:lnSpc>
              <a:spcBef>
                <a:spcPts val="0"/>
              </a:spcBef>
              <a:spcAft>
                <a:spcPts val="1100"/>
              </a:spcAft>
              <a:defRPr sz="1300" b="0" i="0">
                <a:latin typeface="+mn-lt"/>
              </a:defRPr>
            </a:lvl2pPr>
            <a:lvl3pPr marL="108000" indent="-108000">
              <a:lnSpc>
                <a:spcPct val="114000"/>
              </a:lnSpc>
              <a:spcBef>
                <a:spcPts val="0"/>
              </a:spcBef>
              <a:spcAft>
                <a:spcPts val="1100"/>
              </a:spcAft>
              <a:buFont typeface="Arial" panose="020B0604020202020204" pitchFamily="34" charset="0"/>
              <a:buChar char="•"/>
              <a:defRPr sz="1300" b="0" i="0">
                <a:latin typeface="+mn-lt"/>
              </a:defRPr>
            </a:lvl3pPr>
            <a:lvl4pPr marL="216000" indent="-108000">
              <a:lnSpc>
                <a:spcPct val="114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300" b="0" i="0">
                <a:latin typeface="+mn-lt"/>
              </a:defRPr>
            </a:lvl4pPr>
            <a:lvl5pPr>
              <a:lnSpc>
                <a:spcPct val="114000"/>
              </a:lnSpc>
              <a:spcBef>
                <a:spcPts val="1000"/>
              </a:spcBef>
              <a:defRPr sz="1000" b="0" i="0">
                <a:latin typeface="Gotham Light" pitchFamily="2" charset="0"/>
              </a:defRPr>
            </a:lvl5pPr>
          </a:lstStyle>
          <a:p>
            <a:pPr lvl="0"/>
            <a:r>
              <a:rPr lang="en-GB"/>
              <a:t>First level &lt;Heading&gt;</a:t>
            </a:r>
          </a:p>
          <a:p>
            <a:pPr lvl="1"/>
            <a:r>
              <a:rPr lang="en-GB"/>
              <a:t>Second level &lt;Text&gt;</a:t>
            </a:r>
          </a:p>
          <a:p>
            <a:pPr lvl="2"/>
            <a:r>
              <a:rPr lang="en-GB"/>
              <a:t>Third level &lt;Bullet: Level 1&gt;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60D902C-0309-1522-3311-0EE878BF0E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3571" y="44025"/>
            <a:ext cx="2907792" cy="7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23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706" userDrawn="1">
          <p15:clr>
            <a:srgbClr val="FBAE40"/>
          </p15:clr>
        </p15:guide>
        <p15:guide id="4" pos="5150" userDrawn="1">
          <p15:clr>
            <a:srgbClr val="FBAE40"/>
          </p15:clr>
        </p15:guide>
      </p15:sldGuideLst>
    </p:ext>
  </p:extLst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: 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C12BAB70-A699-0CE2-1C42-8CCDD006CEA7}"/>
              </a:ext>
            </a:extLst>
          </p:cNvPr>
          <p:cNvSpPr/>
          <p:nvPr userDrawn="1"/>
        </p:nvSpPr>
        <p:spPr>
          <a:xfrm>
            <a:off x="987542" y="1157802"/>
            <a:ext cx="10216919" cy="4791247"/>
          </a:xfrm>
          <a:custGeom>
            <a:avLst/>
            <a:gdLst>
              <a:gd name="connsiteX0" fmla="*/ 993786 w 1300446"/>
              <a:gd name="connsiteY0" fmla="*/ 0 h 609847"/>
              <a:gd name="connsiteX1" fmla="*/ 609505 w 1300446"/>
              <a:gd name="connsiteY1" fmla="*/ 278037 h 609847"/>
              <a:gd name="connsiteX2" fmla="*/ 306661 w 1300446"/>
              <a:gd name="connsiteY2" fmla="*/ 512740 h 609847"/>
              <a:gd name="connsiteX3" fmla="*/ 97979 w 1300446"/>
              <a:gd name="connsiteY3" fmla="*/ 305240 h 609847"/>
              <a:gd name="connsiteX4" fmla="*/ 306661 w 1300446"/>
              <a:gd name="connsiteY4" fmla="*/ 97424 h 609847"/>
              <a:gd name="connsiteX5" fmla="*/ 466354 w 1300446"/>
              <a:gd name="connsiteY5" fmla="*/ 155309 h 609847"/>
              <a:gd name="connsiteX6" fmla="*/ 528386 w 1300446"/>
              <a:gd name="connsiteY6" fmla="*/ 80027 h 609847"/>
              <a:gd name="connsiteX7" fmla="*/ 306661 w 1300446"/>
              <a:gd name="connsiteY7" fmla="*/ 0 h 609847"/>
              <a:gd name="connsiteX8" fmla="*/ 0 w 1300446"/>
              <a:gd name="connsiteY8" fmla="*/ 304924 h 609847"/>
              <a:gd name="connsiteX9" fmla="*/ 306661 w 1300446"/>
              <a:gd name="connsiteY9" fmla="*/ 609847 h 609847"/>
              <a:gd name="connsiteX10" fmla="*/ 690942 w 1300446"/>
              <a:gd name="connsiteY10" fmla="*/ 331810 h 609847"/>
              <a:gd name="connsiteX11" fmla="*/ 993786 w 1300446"/>
              <a:gd name="connsiteY11" fmla="*/ 97107 h 609847"/>
              <a:gd name="connsiteX12" fmla="*/ 1202468 w 1300446"/>
              <a:gd name="connsiteY12" fmla="*/ 304607 h 609847"/>
              <a:gd name="connsiteX13" fmla="*/ 993786 w 1300446"/>
              <a:gd name="connsiteY13" fmla="*/ 512107 h 609847"/>
              <a:gd name="connsiteX14" fmla="*/ 748839 w 1300446"/>
              <a:gd name="connsiteY14" fmla="*/ 360911 h 609847"/>
              <a:gd name="connsiteX15" fmla="*/ 748839 w 1300446"/>
              <a:gd name="connsiteY15" fmla="*/ 360278 h 609847"/>
              <a:gd name="connsiteX16" fmla="*/ 689988 w 1300446"/>
              <a:gd name="connsiteY16" fmla="*/ 444733 h 609847"/>
              <a:gd name="connsiteX17" fmla="*/ 993786 w 1300446"/>
              <a:gd name="connsiteY17" fmla="*/ 609214 h 609847"/>
              <a:gd name="connsiteX18" fmla="*/ 1300447 w 1300446"/>
              <a:gd name="connsiteY18" fmla="*/ 304291 h 609847"/>
              <a:gd name="connsiteX19" fmla="*/ 993786 w 1300446"/>
              <a:gd name="connsiteY19" fmla="*/ 0 h 609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300446" h="609847">
                <a:moveTo>
                  <a:pt x="993786" y="0"/>
                </a:moveTo>
                <a:cubicBezTo>
                  <a:pt x="795919" y="0"/>
                  <a:pt x="696668" y="147717"/>
                  <a:pt x="609505" y="278037"/>
                </a:cubicBezTo>
                <a:cubicBezTo>
                  <a:pt x="525205" y="403929"/>
                  <a:pt x="452357" y="512740"/>
                  <a:pt x="306661" y="512740"/>
                </a:cubicBezTo>
                <a:cubicBezTo>
                  <a:pt x="195322" y="512740"/>
                  <a:pt x="97979" y="415632"/>
                  <a:pt x="97979" y="305240"/>
                </a:cubicBezTo>
                <a:cubicBezTo>
                  <a:pt x="97979" y="194847"/>
                  <a:pt x="191504" y="97424"/>
                  <a:pt x="306661" y="97424"/>
                </a:cubicBezTo>
                <a:cubicBezTo>
                  <a:pt x="367421" y="97424"/>
                  <a:pt x="418319" y="115770"/>
                  <a:pt x="466354" y="155309"/>
                </a:cubicBezTo>
                <a:lnTo>
                  <a:pt x="528386" y="80027"/>
                </a:lnTo>
                <a:cubicBezTo>
                  <a:pt x="462855" y="26254"/>
                  <a:pt x="390325" y="0"/>
                  <a:pt x="306661" y="0"/>
                </a:cubicBezTo>
                <a:cubicBezTo>
                  <a:pt x="137425" y="0"/>
                  <a:pt x="0" y="136646"/>
                  <a:pt x="0" y="304924"/>
                </a:cubicBezTo>
                <a:cubicBezTo>
                  <a:pt x="0" y="473201"/>
                  <a:pt x="140288" y="609847"/>
                  <a:pt x="306661" y="609847"/>
                </a:cubicBezTo>
                <a:cubicBezTo>
                  <a:pt x="504528" y="609847"/>
                  <a:pt x="603461" y="462130"/>
                  <a:pt x="690942" y="331810"/>
                </a:cubicBezTo>
                <a:cubicBezTo>
                  <a:pt x="775242" y="205918"/>
                  <a:pt x="848090" y="97107"/>
                  <a:pt x="993786" y="97107"/>
                </a:cubicBezTo>
                <a:cubicBezTo>
                  <a:pt x="1108943" y="97107"/>
                  <a:pt x="1202468" y="190103"/>
                  <a:pt x="1202468" y="304607"/>
                </a:cubicBezTo>
                <a:cubicBezTo>
                  <a:pt x="1202468" y="419112"/>
                  <a:pt x="1108943" y="512107"/>
                  <a:pt x="993786" y="512107"/>
                </a:cubicBezTo>
                <a:cubicBezTo>
                  <a:pt x="924755" y="512107"/>
                  <a:pt x="847454" y="493761"/>
                  <a:pt x="748839" y="360911"/>
                </a:cubicBezTo>
                <a:lnTo>
                  <a:pt x="748839" y="360278"/>
                </a:lnTo>
                <a:cubicBezTo>
                  <a:pt x="748839" y="360278"/>
                  <a:pt x="689988" y="444733"/>
                  <a:pt x="689988" y="444733"/>
                </a:cubicBezTo>
                <a:cubicBezTo>
                  <a:pt x="757746" y="529820"/>
                  <a:pt x="848090" y="609214"/>
                  <a:pt x="993786" y="609214"/>
                </a:cubicBezTo>
                <a:cubicBezTo>
                  <a:pt x="1162704" y="609214"/>
                  <a:pt x="1300447" y="472568"/>
                  <a:pt x="1300447" y="304291"/>
                </a:cubicBezTo>
                <a:cubicBezTo>
                  <a:pt x="1300447" y="136014"/>
                  <a:pt x="1163022" y="0"/>
                  <a:pt x="993786" y="0"/>
                </a:cubicBezTo>
              </a:path>
            </a:pathLst>
          </a:custGeom>
          <a:solidFill>
            <a:srgbClr val="3C6283"/>
          </a:solidFill>
          <a:ln w="318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80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56A2F89-0814-1D49-B740-32E1D98C7F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14495" y="2583258"/>
            <a:ext cx="9563013" cy="2918547"/>
          </a:xfrm>
        </p:spPr>
        <p:txBody>
          <a:bodyPr anchor="t" anchorCtr="0">
            <a:noAutofit/>
          </a:bodyPr>
          <a:lstStyle>
            <a:lvl1pPr marL="0" indent="0" algn="ctr">
              <a:lnSpc>
                <a:spcPct val="96000"/>
              </a:lnSpc>
              <a:spcAft>
                <a:spcPts val="0"/>
              </a:spcAft>
              <a:tabLst>
                <a:tab pos="1417638" algn="l"/>
              </a:tabLst>
              <a:defRPr sz="3300" b="0" i="1">
                <a:solidFill>
                  <a:schemeClr val="bg1"/>
                </a:solidFill>
                <a:latin typeface="Lato Light" panose="020F0302020204030203" pitchFamily="34" charset="77"/>
              </a:defRPr>
            </a:lvl1pPr>
            <a:lvl2pPr marL="0" indent="0" algn="ctr">
              <a:lnSpc>
                <a:spcPct val="100000"/>
              </a:lnSpc>
              <a:spcBef>
                <a:spcPts val="3700"/>
              </a:spcBef>
              <a:spcAft>
                <a:spcPts val="0"/>
              </a:spcAft>
              <a:tabLst>
                <a:tab pos="1417638" algn="l"/>
              </a:tabLst>
              <a:defRPr sz="1300" b="0" i="0" cap="all" spc="50" baseline="0">
                <a:solidFill>
                  <a:schemeClr val="bg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tabLst>
                <a:tab pos="1417638" algn="l"/>
              </a:tabLst>
              <a:defRPr sz="1200" b="0" i="0" cap="all" spc="50" baseline="0">
                <a:solidFill>
                  <a:schemeClr val="bg1"/>
                </a:solidFill>
                <a:latin typeface="Lato Light" panose="020F0302020204030203" pitchFamily="34" charset="77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200" b="0" i="0" cap="all" spc="50" baseline="0">
                <a:solidFill>
                  <a:schemeClr val="tx1"/>
                </a:solidFill>
                <a:latin typeface="Gotham Light" pitchFamily="2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200" b="0" i="0" cap="all" spc="50" baseline="0">
                <a:solidFill>
                  <a:schemeClr val="tx1"/>
                </a:solidFill>
                <a:latin typeface="Gotham Light" pitchFamily="2" charset="0"/>
              </a:defRPr>
            </a:lvl5pPr>
          </a:lstStyle>
          <a:p>
            <a:pPr lvl="0"/>
            <a:r>
              <a:rPr lang="en-GB"/>
              <a:t>First level [Quote: v5]</a:t>
            </a:r>
          </a:p>
          <a:p>
            <a:pPr lvl="1"/>
            <a:r>
              <a:rPr lang="en-GB"/>
              <a:t>Second level &lt;Name&gt; manually change name to </a:t>
            </a:r>
            <a:r>
              <a:rPr lang="en-GB" err="1"/>
              <a:t>Lato</a:t>
            </a:r>
            <a:r>
              <a:rPr lang="en-GB"/>
              <a:t> Bold&gt; &lt;Job Title&gt;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7A097F4-D28B-5C48-A42E-D52C062A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C9657-B579-434D-9EB1-016F2AFF4B42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21" name="Graphic 19">
            <a:extLst>
              <a:ext uri="{FF2B5EF4-FFF2-40B4-BE49-F238E27FC236}">
                <a16:creationId xmlns:a16="http://schemas.microsoft.com/office/drawing/2014/main" id="{1A57309B-1C82-3543-AF90-EB5BD1F995EE}"/>
              </a:ext>
            </a:extLst>
          </p:cNvPr>
          <p:cNvGrpSpPr/>
          <p:nvPr/>
        </p:nvGrpSpPr>
        <p:grpSpPr>
          <a:xfrm>
            <a:off x="5836800" y="1847913"/>
            <a:ext cx="518400" cy="518400"/>
            <a:chOff x="5836800" y="1998225"/>
            <a:chExt cx="518400" cy="518400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4740920-9AD7-4E44-929F-4AA1E86FE0AF}"/>
                </a:ext>
              </a:extLst>
            </p:cNvPr>
            <p:cNvSpPr/>
            <p:nvPr/>
          </p:nvSpPr>
          <p:spPr>
            <a:xfrm>
              <a:off x="5836800" y="1998225"/>
              <a:ext cx="518400" cy="518400"/>
            </a:xfrm>
            <a:custGeom>
              <a:avLst/>
              <a:gdLst>
                <a:gd name="connsiteX0" fmla="*/ 259200 w 518400"/>
                <a:gd name="connsiteY0" fmla="*/ 518400 h 518400"/>
                <a:gd name="connsiteX1" fmla="*/ 518400 w 518400"/>
                <a:gd name="connsiteY1" fmla="*/ 259200 h 518400"/>
                <a:gd name="connsiteX2" fmla="*/ 259200 w 518400"/>
                <a:gd name="connsiteY2" fmla="*/ 0 h 518400"/>
                <a:gd name="connsiteX3" fmla="*/ 0 w 518400"/>
                <a:gd name="connsiteY3" fmla="*/ 259200 h 518400"/>
                <a:gd name="connsiteX4" fmla="*/ 259200 w 518400"/>
                <a:gd name="connsiteY4" fmla="*/ 518400 h 51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8400" h="518400">
                  <a:moveTo>
                    <a:pt x="259200" y="518400"/>
                  </a:moveTo>
                  <a:cubicBezTo>
                    <a:pt x="402076" y="518400"/>
                    <a:pt x="518400" y="402076"/>
                    <a:pt x="518400" y="259200"/>
                  </a:cubicBezTo>
                  <a:cubicBezTo>
                    <a:pt x="518400" y="116324"/>
                    <a:pt x="402076" y="0"/>
                    <a:pt x="259200" y="0"/>
                  </a:cubicBezTo>
                  <a:cubicBezTo>
                    <a:pt x="116324" y="0"/>
                    <a:pt x="0" y="116324"/>
                    <a:pt x="0" y="259200"/>
                  </a:cubicBezTo>
                  <a:cubicBezTo>
                    <a:pt x="0" y="402076"/>
                    <a:pt x="116324" y="518400"/>
                    <a:pt x="259200" y="518400"/>
                  </a:cubicBezTo>
                </a:path>
              </a:pathLst>
            </a:custGeom>
            <a:solidFill>
              <a:srgbClr val="FFFFFF"/>
            </a:solidFill>
            <a:ln w="62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b="0" i="0">
                <a:latin typeface="Lato Light" panose="020F0302020204030203" pitchFamily="34" charset="77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2666CA5-1396-314A-8813-882568481D9D}"/>
                </a:ext>
              </a:extLst>
            </p:cNvPr>
            <p:cNvSpPr/>
            <p:nvPr/>
          </p:nvSpPr>
          <p:spPr>
            <a:xfrm>
              <a:off x="5961342" y="2158170"/>
              <a:ext cx="266154" cy="159313"/>
            </a:xfrm>
            <a:custGeom>
              <a:avLst/>
              <a:gdLst>
                <a:gd name="connsiteX0" fmla="*/ 140980 w 266154"/>
                <a:gd name="connsiteY0" fmla="*/ 159313 h 159313"/>
                <a:gd name="connsiteX1" fmla="*/ 206096 w 266154"/>
                <a:gd name="connsiteY1" fmla="*/ 159313 h 159313"/>
                <a:gd name="connsiteX2" fmla="*/ 225694 w 266154"/>
                <a:gd name="connsiteY2" fmla="*/ 85346 h 159313"/>
                <a:gd name="connsiteX3" fmla="*/ 200406 w 266154"/>
                <a:gd name="connsiteY3" fmla="*/ 85346 h 159313"/>
                <a:gd name="connsiteX4" fmla="*/ 266154 w 266154"/>
                <a:gd name="connsiteY4" fmla="*/ 24023 h 159313"/>
                <a:gd name="connsiteX5" fmla="*/ 261097 w 266154"/>
                <a:gd name="connsiteY5" fmla="*/ 0 h 159313"/>
                <a:gd name="connsiteX6" fmla="*/ 158049 w 266154"/>
                <a:gd name="connsiteY6" fmla="*/ 96094 h 159313"/>
                <a:gd name="connsiteX7" fmla="*/ 140980 w 266154"/>
                <a:gd name="connsiteY7" fmla="*/ 159313 h 159313"/>
                <a:gd name="connsiteX8" fmla="*/ 0 w 266154"/>
                <a:gd name="connsiteY8" fmla="*/ 159313 h 159313"/>
                <a:gd name="connsiteX9" fmla="*/ 65116 w 266154"/>
                <a:gd name="connsiteY9" fmla="*/ 159313 h 159313"/>
                <a:gd name="connsiteX10" fmla="*/ 84714 w 266154"/>
                <a:gd name="connsiteY10" fmla="*/ 85346 h 159313"/>
                <a:gd name="connsiteX11" fmla="*/ 59426 w 266154"/>
                <a:gd name="connsiteY11" fmla="*/ 85346 h 159313"/>
                <a:gd name="connsiteX12" fmla="*/ 125175 w 266154"/>
                <a:gd name="connsiteY12" fmla="*/ 24023 h 159313"/>
                <a:gd name="connsiteX13" fmla="*/ 120117 w 266154"/>
                <a:gd name="connsiteY13" fmla="*/ 0 h 159313"/>
                <a:gd name="connsiteX14" fmla="*/ 17069 w 266154"/>
                <a:gd name="connsiteY14" fmla="*/ 96094 h 159313"/>
                <a:gd name="connsiteX15" fmla="*/ 0 w 266154"/>
                <a:gd name="connsiteY15" fmla="*/ 159313 h 15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6154" h="159313">
                  <a:moveTo>
                    <a:pt x="140980" y="159313"/>
                  </a:moveTo>
                  <a:lnTo>
                    <a:pt x="206096" y="159313"/>
                  </a:lnTo>
                  <a:lnTo>
                    <a:pt x="225694" y="85346"/>
                  </a:lnTo>
                  <a:lnTo>
                    <a:pt x="200406" y="85346"/>
                  </a:lnTo>
                  <a:cubicBezTo>
                    <a:pt x="206096" y="55001"/>
                    <a:pt x="225061" y="34139"/>
                    <a:pt x="266154" y="24023"/>
                  </a:cubicBezTo>
                  <a:lnTo>
                    <a:pt x="261097" y="0"/>
                  </a:lnTo>
                  <a:cubicBezTo>
                    <a:pt x="203567" y="10115"/>
                    <a:pt x="175118" y="34771"/>
                    <a:pt x="158049" y="96094"/>
                  </a:cubicBezTo>
                  <a:lnTo>
                    <a:pt x="140980" y="159313"/>
                  </a:lnTo>
                  <a:close/>
                  <a:moveTo>
                    <a:pt x="0" y="159313"/>
                  </a:moveTo>
                  <a:lnTo>
                    <a:pt x="65116" y="159313"/>
                  </a:lnTo>
                  <a:lnTo>
                    <a:pt x="84714" y="85346"/>
                  </a:lnTo>
                  <a:lnTo>
                    <a:pt x="59426" y="85346"/>
                  </a:lnTo>
                  <a:cubicBezTo>
                    <a:pt x="65116" y="55001"/>
                    <a:pt x="84082" y="34139"/>
                    <a:pt x="125175" y="24023"/>
                  </a:cubicBezTo>
                  <a:lnTo>
                    <a:pt x="120117" y="0"/>
                  </a:lnTo>
                  <a:cubicBezTo>
                    <a:pt x="62587" y="10115"/>
                    <a:pt x="34139" y="34771"/>
                    <a:pt x="17069" y="96094"/>
                  </a:cubicBezTo>
                  <a:lnTo>
                    <a:pt x="0" y="159313"/>
                  </a:lnTo>
                  <a:close/>
                </a:path>
              </a:pathLst>
            </a:custGeom>
            <a:solidFill>
              <a:schemeClr val="tx1"/>
            </a:solidFill>
            <a:ln w="62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b="0" i="0">
                <a:latin typeface="Lato Light" panose="020F0302020204030203" pitchFamily="34" charset="77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3576E1B-A675-D93D-D4AE-E712252E8EBA}"/>
              </a:ext>
            </a:extLst>
          </p:cNvPr>
          <p:cNvSpPr/>
          <p:nvPr userDrawn="1"/>
        </p:nvSpPr>
        <p:spPr>
          <a:xfrm>
            <a:off x="1" y="0"/>
            <a:ext cx="12193200" cy="63500"/>
          </a:xfrm>
          <a:prstGeom prst="rect">
            <a:avLst/>
          </a:prstGeom>
          <a:solidFill>
            <a:srgbClr val="003A6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9F9555-0E2C-785C-EC06-1CEB40D09874}"/>
              </a:ext>
            </a:extLst>
          </p:cNvPr>
          <p:cNvSpPr/>
          <p:nvPr userDrawn="1"/>
        </p:nvSpPr>
        <p:spPr>
          <a:xfrm>
            <a:off x="1" y="0"/>
            <a:ext cx="12193200" cy="635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9E1480A-39F5-4D49-3B07-1BCB234FB1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0314" y="41565"/>
            <a:ext cx="2916937" cy="70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82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: 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C12BAB70-A699-0CE2-1C42-8CCDD006CEA7}"/>
              </a:ext>
            </a:extLst>
          </p:cNvPr>
          <p:cNvSpPr/>
          <p:nvPr userDrawn="1"/>
        </p:nvSpPr>
        <p:spPr>
          <a:xfrm>
            <a:off x="987542" y="1157802"/>
            <a:ext cx="10216919" cy="4791247"/>
          </a:xfrm>
          <a:custGeom>
            <a:avLst/>
            <a:gdLst>
              <a:gd name="connsiteX0" fmla="*/ 993786 w 1300446"/>
              <a:gd name="connsiteY0" fmla="*/ 0 h 609847"/>
              <a:gd name="connsiteX1" fmla="*/ 609505 w 1300446"/>
              <a:gd name="connsiteY1" fmla="*/ 278037 h 609847"/>
              <a:gd name="connsiteX2" fmla="*/ 306661 w 1300446"/>
              <a:gd name="connsiteY2" fmla="*/ 512740 h 609847"/>
              <a:gd name="connsiteX3" fmla="*/ 97979 w 1300446"/>
              <a:gd name="connsiteY3" fmla="*/ 305240 h 609847"/>
              <a:gd name="connsiteX4" fmla="*/ 306661 w 1300446"/>
              <a:gd name="connsiteY4" fmla="*/ 97424 h 609847"/>
              <a:gd name="connsiteX5" fmla="*/ 466354 w 1300446"/>
              <a:gd name="connsiteY5" fmla="*/ 155309 h 609847"/>
              <a:gd name="connsiteX6" fmla="*/ 528386 w 1300446"/>
              <a:gd name="connsiteY6" fmla="*/ 80027 h 609847"/>
              <a:gd name="connsiteX7" fmla="*/ 306661 w 1300446"/>
              <a:gd name="connsiteY7" fmla="*/ 0 h 609847"/>
              <a:gd name="connsiteX8" fmla="*/ 0 w 1300446"/>
              <a:gd name="connsiteY8" fmla="*/ 304924 h 609847"/>
              <a:gd name="connsiteX9" fmla="*/ 306661 w 1300446"/>
              <a:gd name="connsiteY9" fmla="*/ 609847 h 609847"/>
              <a:gd name="connsiteX10" fmla="*/ 690942 w 1300446"/>
              <a:gd name="connsiteY10" fmla="*/ 331810 h 609847"/>
              <a:gd name="connsiteX11" fmla="*/ 993786 w 1300446"/>
              <a:gd name="connsiteY11" fmla="*/ 97107 h 609847"/>
              <a:gd name="connsiteX12" fmla="*/ 1202468 w 1300446"/>
              <a:gd name="connsiteY12" fmla="*/ 304607 h 609847"/>
              <a:gd name="connsiteX13" fmla="*/ 993786 w 1300446"/>
              <a:gd name="connsiteY13" fmla="*/ 512107 h 609847"/>
              <a:gd name="connsiteX14" fmla="*/ 748839 w 1300446"/>
              <a:gd name="connsiteY14" fmla="*/ 360911 h 609847"/>
              <a:gd name="connsiteX15" fmla="*/ 748839 w 1300446"/>
              <a:gd name="connsiteY15" fmla="*/ 360278 h 609847"/>
              <a:gd name="connsiteX16" fmla="*/ 689988 w 1300446"/>
              <a:gd name="connsiteY16" fmla="*/ 444733 h 609847"/>
              <a:gd name="connsiteX17" fmla="*/ 993786 w 1300446"/>
              <a:gd name="connsiteY17" fmla="*/ 609214 h 609847"/>
              <a:gd name="connsiteX18" fmla="*/ 1300447 w 1300446"/>
              <a:gd name="connsiteY18" fmla="*/ 304291 h 609847"/>
              <a:gd name="connsiteX19" fmla="*/ 993786 w 1300446"/>
              <a:gd name="connsiteY19" fmla="*/ 0 h 609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300446" h="609847">
                <a:moveTo>
                  <a:pt x="993786" y="0"/>
                </a:moveTo>
                <a:cubicBezTo>
                  <a:pt x="795919" y="0"/>
                  <a:pt x="696668" y="147717"/>
                  <a:pt x="609505" y="278037"/>
                </a:cubicBezTo>
                <a:cubicBezTo>
                  <a:pt x="525205" y="403929"/>
                  <a:pt x="452357" y="512740"/>
                  <a:pt x="306661" y="512740"/>
                </a:cubicBezTo>
                <a:cubicBezTo>
                  <a:pt x="195322" y="512740"/>
                  <a:pt x="97979" y="415632"/>
                  <a:pt x="97979" y="305240"/>
                </a:cubicBezTo>
                <a:cubicBezTo>
                  <a:pt x="97979" y="194847"/>
                  <a:pt x="191504" y="97424"/>
                  <a:pt x="306661" y="97424"/>
                </a:cubicBezTo>
                <a:cubicBezTo>
                  <a:pt x="367421" y="97424"/>
                  <a:pt x="418319" y="115770"/>
                  <a:pt x="466354" y="155309"/>
                </a:cubicBezTo>
                <a:lnTo>
                  <a:pt x="528386" y="80027"/>
                </a:lnTo>
                <a:cubicBezTo>
                  <a:pt x="462855" y="26254"/>
                  <a:pt x="390325" y="0"/>
                  <a:pt x="306661" y="0"/>
                </a:cubicBezTo>
                <a:cubicBezTo>
                  <a:pt x="137425" y="0"/>
                  <a:pt x="0" y="136646"/>
                  <a:pt x="0" y="304924"/>
                </a:cubicBezTo>
                <a:cubicBezTo>
                  <a:pt x="0" y="473201"/>
                  <a:pt x="140288" y="609847"/>
                  <a:pt x="306661" y="609847"/>
                </a:cubicBezTo>
                <a:cubicBezTo>
                  <a:pt x="504528" y="609847"/>
                  <a:pt x="603461" y="462130"/>
                  <a:pt x="690942" y="331810"/>
                </a:cubicBezTo>
                <a:cubicBezTo>
                  <a:pt x="775242" y="205918"/>
                  <a:pt x="848090" y="97107"/>
                  <a:pt x="993786" y="97107"/>
                </a:cubicBezTo>
                <a:cubicBezTo>
                  <a:pt x="1108943" y="97107"/>
                  <a:pt x="1202468" y="190103"/>
                  <a:pt x="1202468" y="304607"/>
                </a:cubicBezTo>
                <a:cubicBezTo>
                  <a:pt x="1202468" y="419112"/>
                  <a:pt x="1108943" y="512107"/>
                  <a:pt x="993786" y="512107"/>
                </a:cubicBezTo>
                <a:cubicBezTo>
                  <a:pt x="924755" y="512107"/>
                  <a:pt x="847454" y="493761"/>
                  <a:pt x="748839" y="360911"/>
                </a:cubicBezTo>
                <a:lnTo>
                  <a:pt x="748839" y="360278"/>
                </a:lnTo>
                <a:cubicBezTo>
                  <a:pt x="748839" y="360278"/>
                  <a:pt x="689988" y="444733"/>
                  <a:pt x="689988" y="444733"/>
                </a:cubicBezTo>
                <a:cubicBezTo>
                  <a:pt x="757746" y="529820"/>
                  <a:pt x="848090" y="609214"/>
                  <a:pt x="993786" y="609214"/>
                </a:cubicBezTo>
                <a:cubicBezTo>
                  <a:pt x="1162704" y="609214"/>
                  <a:pt x="1300447" y="472568"/>
                  <a:pt x="1300447" y="304291"/>
                </a:cubicBezTo>
                <a:cubicBezTo>
                  <a:pt x="1300447" y="136014"/>
                  <a:pt x="1163022" y="0"/>
                  <a:pt x="993786" y="0"/>
                </a:cubicBezTo>
              </a:path>
            </a:pathLst>
          </a:custGeom>
          <a:solidFill>
            <a:srgbClr val="D0DA5A"/>
          </a:solidFill>
          <a:ln w="3181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80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56A2F89-0814-1D49-B740-32E1D98C7F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14495" y="2583258"/>
            <a:ext cx="9563013" cy="2918547"/>
          </a:xfrm>
        </p:spPr>
        <p:txBody>
          <a:bodyPr anchor="t" anchorCtr="0">
            <a:noAutofit/>
          </a:bodyPr>
          <a:lstStyle>
            <a:lvl1pPr marL="0" indent="0" algn="ctr">
              <a:lnSpc>
                <a:spcPct val="96000"/>
              </a:lnSpc>
              <a:spcAft>
                <a:spcPts val="0"/>
              </a:spcAft>
              <a:tabLst>
                <a:tab pos="1417638" algn="l"/>
              </a:tabLst>
              <a:defRPr sz="3300" b="0" i="1">
                <a:solidFill>
                  <a:schemeClr val="tx1"/>
                </a:solidFill>
                <a:latin typeface="Lato Light" panose="020F0302020204030203" pitchFamily="34" charset="77"/>
              </a:defRPr>
            </a:lvl1pPr>
            <a:lvl2pPr marL="0" indent="0" algn="ctr">
              <a:lnSpc>
                <a:spcPct val="100000"/>
              </a:lnSpc>
              <a:spcBef>
                <a:spcPts val="3700"/>
              </a:spcBef>
              <a:spcAft>
                <a:spcPts val="0"/>
              </a:spcAft>
              <a:tabLst>
                <a:tab pos="1417638" algn="l"/>
              </a:tabLst>
              <a:defRPr sz="1300" b="0" i="0" cap="all" spc="50" baseline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tabLst>
                <a:tab pos="1417638" algn="l"/>
              </a:tabLst>
              <a:defRPr sz="1200" b="0" i="0" cap="all" spc="50" baseline="0">
                <a:solidFill>
                  <a:schemeClr val="bg1"/>
                </a:solidFill>
                <a:latin typeface="Lato Light" panose="020F0302020204030203" pitchFamily="34" charset="77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200" b="0" i="0" cap="all" spc="50" baseline="0">
                <a:solidFill>
                  <a:schemeClr val="tx1"/>
                </a:solidFill>
                <a:latin typeface="Gotham Light" pitchFamily="2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200" b="0" i="0" cap="all" spc="50" baseline="0">
                <a:solidFill>
                  <a:schemeClr val="tx1"/>
                </a:solidFill>
                <a:latin typeface="Gotham Light" pitchFamily="2" charset="0"/>
              </a:defRPr>
            </a:lvl5pPr>
          </a:lstStyle>
          <a:p>
            <a:pPr lvl="0"/>
            <a:r>
              <a:rPr lang="en-GB"/>
              <a:t>First level [Quote: v6]</a:t>
            </a:r>
          </a:p>
          <a:p>
            <a:pPr lvl="1"/>
            <a:r>
              <a:rPr lang="en-GB"/>
              <a:t>Second level &lt;Name&gt; manually change name to </a:t>
            </a:r>
            <a:r>
              <a:rPr lang="en-GB" err="1"/>
              <a:t>Lato</a:t>
            </a:r>
            <a:r>
              <a:rPr lang="en-GB"/>
              <a:t> Bold&gt; &lt;Job Title&gt;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7A097F4-D28B-5C48-A42E-D52C062A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C9657-B579-434D-9EB1-016F2AFF4B42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21" name="Graphic 19">
            <a:extLst>
              <a:ext uri="{FF2B5EF4-FFF2-40B4-BE49-F238E27FC236}">
                <a16:creationId xmlns:a16="http://schemas.microsoft.com/office/drawing/2014/main" id="{1A57309B-1C82-3543-AF90-EB5BD1F995EE}"/>
              </a:ext>
            </a:extLst>
          </p:cNvPr>
          <p:cNvGrpSpPr/>
          <p:nvPr/>
        </p:nvGrpSpPr>
        <p:grpSpPr>
          <a:xfrm>
            <a:off x="5836800" y="1847913"/>
            <a:ext cx="518400" cy="518400"/>
            <a:chOff x="5836800" y="1998225"/>
            <a:chExt cx="518400" cy="518400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4740920-9AD7-4E44-929F-4AA1E86FE0AF}"/>
                </a:ext>
              </a:extLst>
            </p:cNvPr>
            <p:cNvSpPr/>
            <p:nvPr/>
          </p:nvSpPr>
          <p:spPr>
            <a:xfrm>
              <a:off x="5836800" y="1998225"/>
              <a:ext cx="518400" cy="518400"/>
            </a:xfrm>
            <a:custGeom>
              <a:avLst/>
              <a:gdLst>
                <a:gd name="connsiteX0" fmla="*/ 259200 w 518400"/>
                <a:gd name="connsiteY0" fmla="*/ 518400 h 518400"/>
                <a:gd name="connsiteX1" fmla="*/ 518400 w 518400"/>
                <a:gd name="connsiteY1" fmla="*/ 259200 h 518400"/>
                <a:gd name="connsiteX2" fmla="*/ 259200 w 518400"/>
                <a:gd name="connsiteY2" fmla="*/ 0 h 518400"/>
                <a:gd name="connsiteX3" fmla="*/ 0 w 518400"/>
                <a:gd name="connsiteY3" fmla="*/ 259200 h 518400"/>
                <a:gd name="connsiteX4" fmla="*/ 259200 w 518400"/>
                <a:gd name="connsiteY4" fmla="*/ 518400 h 51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8400" h="518400">
                  <a:moveTo>
                    <a:pt x="259200" y="518400"/>
                  </a:moveTo>
                  <a:cubicBezTo>
                    <a:pt x="402076" y="518400"/>
                    <a:pt x="518400" y="402076"/>
                    <a:pt x="518400" y="259200"/>
                  </a:cubicBezTo>
                  <a:cubicBezTo>
                    <a:pt x="518400" y="116324"/>
                    <a:pt x="402076" y="0"/>
                    <a:pt x="259200" y="0"/>
                  </a:cubicBezTo>
                  <a:cubicBezTo>
                    <a:pt x="116324" y="0"/>
                    <a:pt x="0" y="116324"/>
                    <a:pt x="0" y="259200"/>
                  </a:cubicBezTo>
                  <a:cubicBezTo>
                    <a:pt x="0" y="402076"/>
                    <a:pt x="116324" y="518400"/>
                    <a:pt x="259200" y="518400"/>
                  </a:cubicBezTo>
                </a:path>
              </a:pathLst>
            </a:custGeom>
            <a:solidFill>
              <a:srgbClr val="FFFFFF"/>
            </a:solidFill>
            <a:ln w="62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b="0" i="0">
                <a:latin typeface="Lato Light" panose="020F0302020204030203" pitchFamily="34" charset="77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2666CA5-1396-314A-8813-882568481D9D}"/>
                </a:ext>
              </a:extLst>
            </p:cNvPr>
            <p:cNvSpPr/>
            <p:nvPr/>
          </p:nvSpPr>
          <p:spPr>
            <a:xfrm>
              <a:off x="5961342" y="2158170"/>
              <a:ext cx="266154" cy="159313"/>
            </a:xfrm>
            <a:custGeom>
              <a:avLst/>
              <a:gdLst>
                <a:gd name="connsiteX0" fmla="*/ 140980 w 266154"/>
                <a:gd name="connsiteY0" fmla="*/ 159313 h 159313"/>
                <a:gd name="connsiteX1" fmla="*/ 206096 w 266154"/>
                <a:gd name="connsiteY1" fmla="*/ 159313 h 159313"/>
                <a:gd name="connsiteX2" fmla="*/ 225694 w 266154"/>
                <a:gd name="connsiteY2" fmla="*/ 85346 h 159313"/>
                <a:gd name="connsiteX3" fmla="*/ 200406 w 266154"/>
                <a:gd name="connsiteY3" fmla="*/ 85346 h 159313"/>
                <a:gd name="connsiteX4" fmla="*/ 266154 w 266154"/>
                <a:gd name="connsiteY4" fmla="*/ 24023 h 159313"/>
                <a:gd name="connsiteX5" fmla="*/ 261097 w 266154"/>
                <a:gd name="connsiteY5" fmla="*/ 0 h 159313"/>
                <a:gd name="connsiteX6" fmla="*/ 158049 w 266154"/>
                <a:gd name="connsiteY6" fmla="*/ 96094 h 159313"/>
                <a:gd name="connsiteX7" fmla="*/ 140980 w 266154"/>
                <a:gd name="connsiteY7" fmla="*/ 159313 h 159313"/>
                <a:gd name="connsiteX8" fmla="*/ 0 w 266154"/>
                <a:gd name="connsiteY8" fmla="*/ 159313 h 159313"/>
                <a:gd name="connsiteX9" fmla="*/ 65116 w 266154"/>
                <a:gd name="connsiteY9" fmla="*/ 159313 h 159313"/>
                <a:gd name="connsiteX10" fmla="*/ 84714 w 266154"/>
                <a:gd name="connsiteY10" fmla="*/ 85346 h 159313"/>
                <a:gd name="connsiteX11" fmla="*/ 59426 w 266154"/>
                <a:gd name="connsiteY11" fmla="*/ 85346 h 159313"/>
                <a:gd name="connsiteX12" fmla="*/ 125175 w 266154"/>
                <a:gd name="connsiteY12" fmla="*/ 24023 h 159313"/>
                <a:gd name="connsiteX13" fmla="*/ 120117 w 266154"/>
                <a:gd name="connsiteY13" fmla="*/ 0 h 159313"/>
                <a:gd name="connsiteX14" fmla="*/ 17069 w 266154"/>
                <a:gd name="connsiteY14" fmla="*/ 96094 h 159313"/>
                <a:gd name="connsiteX15" fmla="*/ 0 w 266154"/>
                <a:gd name="connsiteY15" fmla="*/ 159313 h 15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6154" h="159313">
                  <a:moveTo>
                    <a:pt x="140980" y="159313"/>
                  </a:moveTo>
                  <a:lnTo>
                    <a:pt x="206096" y="159313"/>
                  </a:lnTo>
                  <a:lnTo>
                    <a:pt x="225694" y="85346"/>
                  </a:lnTo>
                  <a:lnTo>
                    <a:pt x="200406" y="85346"/>
                  </a:lnTo>
                  <a:cubicBezTo>
                    <a:pt x="206096" y="55001"/>
                    <a:pt x="225061" y="34139"/>
                    <a:pt x="266154" y="24023"/>
                  </a:cubicBezTo>
                  <a:lnTo>
                    <a:pt x="261097" y="0"/>
                  </a:lnTo>
                  <a:cubicBezTo>
                    <a:pt x="203567" y="10115"/>
                    <a:pt x="175118" y="34771"/>
                    <a:pt x="158049" y="96094"/>
                  </a:cubicBezTo>
                  <a:lnTo>
                    <a:pt x="140980" y="159313"/>
                  </a:lnTo>
                  <a:close/>
                  <a:moveTo>
                    <a:pt x="0" y="159313"/>
                  </a:moveTo>
                  <a:lnTo>
                    <a:pt x="65116" y="159313"/>
                  </a:lnTo>
                  <a:lnTo>
                    <a:pt x="84714" y="85346"/>
                  </a:lnTo>
                  <a:lnTo>
                    <a:pt x="59426" y="85346"/>
                  </a:lnTo>
                  <a:cubicBezTo>
                    <a:pt x="65116" y="55001"/>
                    <a:pt x="84082" y="34139"/>
                    <a:pt x="125175" y="24023"/>
                  </a:cubicBezTo>
                  <a:lnTo>
                    <a:pt x="120117" y="0"/>
                  </a:lnTo>
                  <a:cubicBezTo>
                    <a:pt x="62587" y="10115"/>
                    <a:pt x="34139" y="34771"/>
                    <a:pt x="17069" y="96094"/>
                  </a:cubicBezTo>
                  <a:lnTo>
                    <a:pt x="0" y="159313"/>
                  </a:lnTo>
                  <a:close/>
                </a:path>
              </a:pathLst>
            </a:custGeom>
            <a:solidFill>
              <a:schemeClr val="tx1"/>
            </a:solidFill>
            <a:ln w="62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 b="0" i="0">
                <a:latin typeface="Lato Light" panose="020F0302020204030203" pitchFamily="34" charset="77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9D0FE55-38BD-E0C3-33F9-D5DAD814FF43}"/>
              </a:ext>
            </a:extLst>
          </p:cNvPr>
          <p:cNvSpPr/>
          <p:nvPr userDrawn="1"/>
        </p:nvSpPr>
        <p:spPr>
          <a:xfrm>
            <a:off x="1" y="0"/>
            <a:ext cx="12193200" cy="63500"/>
          </a:xfrm>
          <a:prstGeom prst="rect">
            <a:avLst/>
          </a:prstGeom>
          <a:solidFill>
            <a:srgbClr val="003A6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FDA9CF4-5402-5E63-5068-336761006C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3571" y="44025"/>
            <a:ext cx="2907792" cy="7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6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6E2B78F-441D-A027-EDD3-737C356D8DB9}"/>
              </a:ext>
            </a:extLst>
          </p:cNvPr>
          <p:cNvSpPr/>
          <p:nvPr userDrawn="1"/>
        </p:nvSpPr>
        <p:spPr>
          <a:xfrm>
            <a:off x="1" y="3698874"/>
            <a:ext cx="12193200" cy="3159126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t" anchorCtr="0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520BD5A-6EDA-EBC4-D96D-73F28C8811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7673" y="1411200"/>
            <a:ext cx="3686400" cy="723554"/>
          </a:xfrm>
        </p:spPr>
        <p:txBody>
          <a:bodyPr anchor="b" anchorCtr="0"/>
          <a:lstStyle>
            <a:lvl1pPr>
              <a:lnSpc>
                <a:spcPct val="80000"/>
              </a:lnSpc>
              <a:defRPr sz="5000" b="0" i="0">
                <a:solidFill>
                  <a:schemeClr val="tx1"/>
                </a:solidFill>
                <a:latin typeface="Lato Light" panose="020F0302020204030203" pitchFamily="34" charset="77"/>
              </a:defRPr>
            </a:lvl1pPr>
            <a:lvl2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2pPr>
            <a:lvl3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3pPr>
            <a:lvl4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4pPr>
            <a:lvl5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5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9" name="Content Placeholder 26">
            <a:extLst>
              <a:ext uri="{FF2B5EF4-FFF2-40B4-BE49-F238E27FC236}">
                <a16:creationId xmlns:a16="http://schemas.microsoft.com/office/drawing/2014/main" id="{E1ED82D2-C6D3-FD68-9E27-4C406FFA8D2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7675" y="2152800"/>
            <a:ext cx="3686400" cy="1987549"/>
          </a:xfrm>
          <a:solidFill>
            <a:srgbClr val="FFFFFF"/>
          </a:solidFill>
        </p:spPr>
        <p:txBody>
          <a:bodyPr wrap="square" lIns="288000" rIns="288000" bIns="288000" anchor="ctr" anchorCtr="1"/>
          <a:lstStyle>
            <a:lvl1pPr algn="ctr">
              <a:defRPr b="0" i="0">
                <a:latin typeface="Lato Light" panose="020F0302020204030203" pitchFamily="34" charset="77"/>
              </a:defRPr>
            </a:lvl1pPr>
          </a:lstStyle>
          <a:p>
            <a:pPr lvl="0"/>
            <a:r>
              <a:rPr lang="en-GB"/>
              <a:t>Only use this placeholder for an image, table, chart or movie by simply clicking on the relevant icon within the placeholder.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STRICTLY NO BODY COPY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C1B10-C510-0C43-8B94-5264514323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676" y="349201"/>
            <a:ext cx="7493399" cy="533775"/>
          </a:xfrm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r>
              <a:rPr lang="en-GB"/>
              <a:t>[3 Column Text with Content]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57AC7-2F64-8B66-9867-47F05DB236E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66C9657-B579-434D-9EB1-016F2AFF4B4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57132FA-C8F5-57AF-2059-FF995223031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7675" y="4346466"/>
            <a:ext cx="3686400" cy="1708894"/>
          </a:xfrm>
        </p:spPr>
        <p:txBody>
          <a:bodyPr rIns="144000"/>
          <a:lstStyle>
            <a:lvl1pPr>
              <a:lnSpc>
                <a:spcPct val="114000"/>
              </a:lnSpc>
              <a:spcBef>
                <a:spcPts val="0"/>
              </a:spcBef>
              <a:defRPr sz="1300" b="0" i="0">
                <a:latin typeface="+mj-lt"/>
              </a:defRPr>
            </a:lvl1pPr>
            <a:lvl2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300" b="0" i="0">
                <a:latin typeface="+mn-lt"/>
              </a:defRPr>
            </a:lvl2pPr>
            <a:lvl3pPr marL="108000" indent="-10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 b="0" i="0">
                <a:latin typeface="+mn-lt"/>
              </a:defRPr>
            </a:lvl3pPr>
            <a:lvl4pPr marL="216000" indent="-108000">
              <a:lnSpc>
                <a:spcPct val="114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300" b="0" i="0">
                <a:latin typeface="+mn-lt"/>
              </a:defRPr>
            </a:lvl4pPr>
            <a:lvl5pPr>
              <a:lnSpc>
                <a:spcPct val="114000"/>
              </a:lnSpc>
              <a:spcBef>
                <a:spcPts val="1000"/>
              </a:spcBef>
              <a:defRPr sz="1000" b="0" i="0">
                <a:latin typeface="Gotham Light" pitchFamily="2" charset="0"/>
              </a:defRPr>
            </a:lvl5pPr>
          </a:lstStyle>
          <a:p>
            <a:pPr lvl="0"/>
            <a:r>
              <a:rPr lang="en-GB"/>
              <a:t>First level &lt;Heading&gt;</a:t>
            </a:r>
          </a:p>
          <a:p>
            <a:pPr lvl="1"/>
            <a:r>
              <a:rPr lang="en-GB"/>
              <a:t>Second level &lt;Text&gt;</a:t>
            </a:r>
          </a:p>
          <a:p>
            <a:pPr lvl="2"/>
            <a:r>
              <a:rPr lang="en-GB"/>
              <a:t>Third level &lt;Bullet: Level 1&gt;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08463C74-25FF-BA57-84E6-DC4AC53B253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61675" y="4346466"/>
            <a:ext cx="3686400" cy="1708894"/>
          </a:xfrm>
        </p:spPr>
        <p:txBody>
          <a:bodyPr rIns="144000"/>
          <a:lstStyle>
            <a:lvl1pPr>
              <a:lnSpc>
                <a:spcPct val="114000"/>
              </a:lnSpc>
              <a:spcBef>
                <a:spcPts val="0"/>
              </a:spcBef>
              <a:defRPr sz="1300" b="0" i="0">
                <a:latin typeface="+mj-lt"/>
              </a:defRPr>
            </a:lvl1pPr>
            <a:lvl2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300" b="0" i="0">
                <a:latin typeface="+mn-lt"/>
              </a:defRPr>
            </a:lvl2pPr>
            <a:lvl3pPr marL="108000" indent="-10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 b="0" i="0">
                <a:latin typeface="+mn-lt"/>
              </a:defRPr>
            </a:lvl3pPr>
            <a:lvl4pPr marL="216000" indent="-108000">
              <a:lnSpc>
                <a:spcPct val="114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300" b="0" i="0">
                <a:latin typeface="+mn-lt"/>
              </a:defRPr>
            </a:lvl4pPr>
            <a:lvl5pPr>
              <a:lnSpc>
                <a:spcPct val="114000"/>
              </a:lnSpc>
              <a:spcBef>
                <a:spcPts val="1000"/>
              </a:spcBef>
              <a:defRPr sz="1000" b="0" i="0">
                <a:latin typeface="Gotham Light" pitchFamily="2" charset="0"/>
              </a:defRPr>
            </a:lvl5pPr>
          </a:lstStyle>
          <a:p>
            <a:pPr lvl="0"/>
            <a:r>
              <a:rPr lang="en-GB"/>
              <a:t>First level &lt;Heading&gt;</a:t>
            </a:r>
          </a:p>
          <a:p>
            <a:pPr lvl="1"/>
            <a:r>
              <a:rPr lang="en-GB"/>
              <a:t>Second level &lt;Text&gt;</a:t>
            </a:r>
          </a:p>
          <a:p>
            <a:pPr lvl="2"/>
            <a:r>
              <a:rPr lang="en-GB"/>
              <a:t>Third level &lt;Bullet: Level 1&gt;</a:t>
            </a:r>
          </a:p>
        </p:txBody>
      </p:sp>
      <p:sp>
        <p:nvSpPr>
          <p:cNvPr id="20" name="Content Placeholder 26">
            <a:extLst>
              <a:ext uri="{FF2B5EF4-FFF2-40B4-BE49-F238E27FC236}">
                <a16:creationId xmlns:a16="http://schemas.microsoft.com/office/drawing/2014/main" id="{8AEF3561-22CC-AF7C-1075-A8215AE1BF4F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8061675" y="2152650"/>
            <a:ext cx="3686400" cy="1987549"/>
          </a:xfrm>
          <a:solidFill>
            <a:srgbClr val="FFFFFF"/>
          </a:solidFill>
        </p:spPr>
        <p:txBody>
          <a:bodyPr wrap="square" lIns="288000" rIns="288000" bIns="288000" anchor="ctr" anchorCtr="1"/>
          <a:lstStyle>
            <a:lvl1pPr algn="ctr">
              <a:defRPr b="0" i="0">
                <a:latin typeface="Lato Light" panose="020F0302020204030203" pitchFamily="34" charset="77"/>
              </a:defRPr>
            </a:lvl1pPr>
          </a:lstStyle>
          <a:p>
            <a:pPr lvl="0"/>
            <a:r>
              <a:rPr lang="en-GB"/>
              <a:t>Only use this placeholder for an image, table, chart or movie by simply clicking on the relevant icon within the placeholder.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STRICTLY NO BODY COPY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C9C0B15-DA2D-1A83-086F-34E39DDC7EE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061675" y="1410801"/>
            <a:ext cx="3686400" cy="723554"/>
          </a:xfrm>
        </p:spPr>
        <p:txBody>
          <a:bodyPr anchor="b" anchorCtr="0"/>
          <a:lstStyle>
            <a:lvl1pPr>
              <a:lnSpc>
                <a:spcPct val="80000"/>
              </a:lnSpc>
              <a:defRPr sz="5000" b="0" i="0">
                <a:solidFill>
                  <a:schemeClr val="tx1"/>
                </a:solidFill>
                <a:latin typeface="Lato Light" panose="020F0302020204030203" pitchFamily="34" charset="77"/>
              </a:defRPr>
            </a:lvl1pPr>
            <a:lvl2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2pPr>
            <a:lvl3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3pPr>
            <a:lvl4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4pPr>
            <a:lvl5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5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06C4B528-4700-2DA3-ABF7-D164C44B7B8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54674" y="1410801"/>
            <a:ext cx="3686400" cy="723554"/>
          </a:xfrm>
        </p:spPr>
        <p:txBody>
          <a:bodyPr anchor="b" anchorCtr="0"/>
          <a:lstStyle>
            <a:lvl1pPr>
              <a:lnSpc>
                <a:spcPct val="80000"/>
              </a:lnSpc>
              <a:defRPr sz="5000" b="0" i="0">
                <a:solidFill>
                  <a:schemeClr val="tx1"/>
                </a:solidFill>
                <a:latin typeface="Lato Light" panose="020F0302020204030203" pitchFamily="34" charset="77"/>
              </a:defRPr>
            </a:lvl1pPr>
            <a:lvl2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2pPr>
            <a:lvl3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3pPr>
            <a:lvl4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4pPr>
            <a:lvl5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5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3" name="Content Placeholder 26">
            <a:extLst>
              <a:ext uri="{FF2B5EF4-FFF2-40B4-BE49-F238E27FC236}">
                <a16:creationId xmlns:a16="http://schemas.microsoft.com/office/drawing/2014/main" id="{60801839-D63D-4390-0893-99F25AE4A2AA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4254674" y="2152650"/>
            <a:ext cx="3686400" cy="1987549"/>
          </a:xfrm>
          <a:solidFill>
            <a:srgbClr val="FFFFFF"/>
          </a:solidFill>
        </p:spPr>
        <p:txBody>
          <a:bodyPr wrap="square" lIns="288000" rIns="288000" bIns="288000" anchor="ctr" anchorCtr="1"/>
          <a:lstStyle>
            <a:lvl1pPr algn="ctr">
              <a:defRPr b="0" i="0">
                <a:latin typeface="Lato Light" panose="020F0302020204030203" pitchFamily="34" charset="77"/>
              </a:defRPr>
            </a:lvl1pPr>
          </a:lstStyle>
          <a:p>
            <a:pPr lvl="0"/>
            <a:r>
              <a:rPr lang="en-GB"/>
              <a:t>Only use this placeholder for an image, table, chart or movie by simply clicking on the relevant icon within the placeholder.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STRICTLY NO BODY COPY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F6B22C6B-D1DF-ACE8-A9E9-85359B9854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54676" y="4346466"/>
            <a:ext cx="3686400" cy="1708894"/>
          </a:xfrm>
        </p:spPr>
        <p:txBody>
          <a:bodyPr rIns="144000"/>
          <a:lstStyle>
            <a:lvl1pPr>
              <a:lnSpc>
                <a:spcPct val="114000"/>
              </a:lnSpc>
              <a:spcBef>
                <a:spcPts val="0"/>
              </a:spcBef>
              <a:defRPr sz="1300" b="0" i="0">
                <a:latin typeface="+mj-lt"/>
              </a:defRPr>
            </a:lvl1pPr>
            <a:lvl2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300" b="0" i="0">
                <a:latin typeface="+mn-lt"/>
              </a:defRPr>
            </a:lvl2pPr>
            <a:lvl3pPr marL="108000" indent="-10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 b="0" i="0">
                <a:latin typeface="+mn-lt"/>
              </a:defRPr>
            </a:lvl3pPr>
            <a:lvl4pPr marL="216000" indent="-108000">
              <a:lnSpc>
                <a:spcPct val="114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300" b="0" i="0">
                <a:latin typeface="+mn-lt"/>
              </a:defRPr>
            </a:lvl4pPr>
            <a:lvl5pPr>
              <a:lnSpc>
                <a:spcPct val="114000"/>
              </a:lnSpc>
              <a:spcBef>
                <a:spcPts val="1000"/>
              </a:spcBef>
              <a:defRPr sz="1000" b="0" i="0">
                <a:latin typeface="Gotham Light" pitchFamily="2" charset="0"/>
              </a:defRPr>
            </a:lvl5pPr>
          </a:lstStyle>
          <a:p>
            <a:pPr lvl="0"/>
            <a:r>
              <a:rPr lang="en-GB"/>
              <a:t>First level &lt;Heading&gt;</a:t>
            </a:r>
          </a:p>
          <a:p>
            <a:pPr lvl="1"/>
            <a:r>
              <a:rPr lang="en-GB"/>
              <a:t>Second level &lt;Text&gt;</a:t>
            </a:r>
          </a:p>
          <a:p>
            <a:pPr lvl="2"/>
            <a:r>
              <a:rPr lang="en-GB"/>
              <a:t>Third level &lt;Bullet: Level 1&gt;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F3D5BF1-4122-7842-0691-FD4853324B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3571" y="44025"/>
            <a:ext cx="2907792" cy="7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32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pos="2677" userDrawn="1">
          <p15:clr>
            <a:srgbClr val="FBAE40"/>
          </p15:clr>
        </p15:guide>
        <p15:guide id="5" pos="5003" userDrawn="1">
          <p15:clr>
            <a:srgbClr val="FBAE40"/>
          </p15:clr>
        </p15:guide>
        <p15:guide id="6" pos="2597" userDrawn="1">
          <p15:clr>
            <a:srgbClr val="FBAE40"/>
          </p15:clr>
        </p15:guide>
        <p15:guide id="7" pos="5083" userDrawn="1">
          <p15:clr>
            <a:srgbClr val="FBAE40"/>
          </p15:clr>
        </p15:guide>
      </p15:sldGuideLst>
    </p:ext>
  </p:extLst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Text with Content: v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D3ED7B37-F3DA-804B-926B-757192EEA4A6}"/>
              </a:ext>
            </a:extLst>
          </p:cNvPr>
          <p:cNvSpPr/>
          <p:nvPr userDrawn="1"/>
        </p:nvSpPr>
        <p:spPr>
          <a:xfrm>
            <a:off x="1" y="3248176"/>
            <a:ext cx="12193200" cy="3609825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t" anchorCtr="0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C1B10-C510-0C43-8B94-5264514323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675" y="349201"/>
            <a:ext cx="9360000" cy="533775"/>
          </a:xfrm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r>
              <a:rPr lang="en-GB"/>
              <a:t>[4 Column Text with Content: v7]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6FDB81-D079-614D-8307-701F0F1FB7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7673" y="1411200"/>
            <a:ext cx="2721412" cy="723554"/>
          </a:xfrm>
        </p:spPr>
        <p:txBody>
          <a:bodyPr anchor="b" anchorCtr="0"/>
          <a:lstStyle>
            <a:lvl1pPr>
              <a:lnSpc>
                <a:spcPct val="80000"/>
              </a:lnSpc>
              <a:defRPr sz="5000" b="0" i="0">
                <a:solidFill>
                  <a:schemeClr val="tx1"/>
                </a:solidFill>
                <a:latin typeface="Lato Light" panose="020F0302020204030203" pitchFamily="34" charset="77"/>
              </a:defRPr>
            </a:lvl1pPr>
            <a:lvl2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2pPr>
            <a:lvl3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3pPr>
            <a:lvl4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4pPr>
            <a:lvl5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5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A31705-AF78-67AB-8E9F-ECEFC4D191E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B66C9657-B579-434D-9EB1-016F2AFF4B4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6">
            <a:extLst>
              <a:ext uri="{FF2B5EF4-FFF2-40B4-BE49-F238E27FC236}">
                <a16:creationId xmlns:a16="http://schemas.microsoft.com/office/drawing/2014/main" id="{6A0CDEA9-D103-8304-33F6-AB4901F8089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7674" y="2152800"/>
            <a:ext cx="2721412" cy="1536700"/>
          </a:xfrm>
          <a:solidFill>
            <a:srgbClr val="FFFFFF"/>
          </a:solidFill>
        </p:spPr>
        <p:txBody>
          <a:bodyPr wrap="square" lIns="0" rIns="0" bIns="0" anchor="ctr" anchorCtr="1"/>
          <a:lstStyle>
            <a:lvl1pPr algn="ctr">
              <a:defRPr b="0" i="0">
                <a:latin typeface="Lato Light" panose="020F0302020204030203" pitchFamily="34" charset="77"/>
              </a:defRPr>
            </a:lvl1pPr>
          </a:lstStyle>
          <a:p>
            <a:pPr lvl="0"/>
            <a:r>
              <a:rPr lang="en-GB"/>
              <a:t>Only use this placeholder for an image, table, chart or movie by simply clicking on the relevant icon within the placeholder.</a:t>
            </a:r>
            <a:br>
              <a:rPr lang="en-GB"/>
            </a:br>
            <a:br>
              <a:rPr lang="en-GB"/>
            </a:br>
            <a:r>
              <a:rPr lang="en-GB"/>
              <a:t>STRICTLY NO BODY COPY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B218CA5-C3F4-5562-BBA2-81C345C64C8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7674" y="3925353"/>
            <a:ext cx="2721412" cy="2129347"/>
          </a:xfrm>
        </p:spPr>
        <p:txBody>
          <a:bodyPr rIns="144000"/>
          <a:lstStyle>
            <a:lvl1pPr>
              <a:lnSpc>
                <a:spcPct val="114000"/>
              </a:lnSpc>
              <a:spcBef>
                <a:spcPts val="0"/>
              </a:spcBef>
              <a:defRPr sz="1300" b="0" i="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chemeClr val="tx1"/>
                </a:solidFill>
                <a:latin typeface="+mn-lt"/>
              </a:defRPr>
            </a:lvl2pPr>
            <a:lvl3pPr marL="108000" indent="-10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 b="0" i="0">
                <a:solidFill>
                  <a:schemeClr val="tx1"/>
                </a:solidFill>
                <a:latin typeface="+mn-lt"/>
              </a:defRPr>
            </a:lvl3pPr>
            <a:lvl4pPr marL="216000" indent="-108000">
              <a:lnSpc>
                <a:spcPct val="114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300" b="0" i="0">
                <a:latin typeface="+mn-lt"/>
              </a:defRPr>
            </a:lvl4pPr>
            <a:lvl5pPr>
              <a:lnSpc>
                <a:spcPct val="114000"/>
              </a:lnSpc>
              <a:spcBef>
                <a:spcPts val="1000"/>
              </a:spcBef>
              <a:defRPr sz="1000" b="0" i="0">
                <a:latin typeface="Gotham Light" pitchFamily="2" charset="0"/>
              </a:defRPr>
            </a:lvl5pPr>
          </a:lstStyle>
          <a:p>
            <a:pPr lvl="0"/>
            <a:r>
              <a:rPr lang="en-GB"/>
              <a:t>First level &lt;Heading&gt;</a:t>
            </a:r>
          </a:p>
          <a:p>
            <a:pPr lvl="1"/>
            <a:r>
              <a:rPr lang="en-GB"/>
              <a:t>Second level &lt;Text&gt;</a:t>
            </a:r>
          </a:p>
          <a:p>
            <a:pPr lvl="2"/>
            <a:r>
              <a:rPr lang="en-GB"/>
              <a:t>Third level &lt;Bullet: Level 1&gt;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FCF8F7B0-8688-ECF9-7FDE-B73912A3CF8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26665" y="1411200"/>
            <a:ext cx="2721412" cy="723554"/>
          </a:xfrm>
        </p:spPr>
        <p:txBody>
          <a:bodyPr anchor="b" anchorCtr="0"/>
          <a:lstStyle>
            <a:lvl1pPr>
              <a:lnSpc>
                <a:spcPct val="80000"/>
              </a:lnSpc>
              <a:defRPr sz="5000" b="0" i="0">
                <a:solidFill>
                  <a:schemeClr val="tx1"/>
                </a:solidFill>
                <a:latin typeface="Lato Light" panose="020F0302020204030203" pitchFamily="34" charset="77"/>
              </a:defRPr>
            </a:lvl1pPr>
            <a:lvl2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2pPr>
            <a:lvl3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3pPr>
            <a:lvl4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4pPr>
            <a:lvl5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5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14" name="Content Placeholder 26">
            <a:extLst>
              <a:ext uri="{FF2B5EF4-FFF2-40B4-BE49-F238E27FC236}">
                <a16:creationId xmlns:a16="http://schemas.microsoft.com/office/drawing/2014/main" id="{AE156342-7934-B1ED-45AD-6AC17B1ED894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9026665" y="2152800"/>
            <a:ext cx="2721412" cy="1536700"/>
          </a:xfrm>
          <a:solidFill>
            <a:srgbClr val="FFFFFF"/>
          </a:solidFill>
        </p:spPr>
        <p:txBody>
          <a:bodyPr wrap="square" lIns="0" rIns="0" bIns="0" anchor="ctr" anchorCtr="1"/>
          <a:lstStyle>
            <a:lvl1pPr algn="ctr">
              <a:defRPr b="0" i="0">
                <a:latin typeface="Lato Light" panose="020F0302020204030203" pitchFamily="34" charset="77"/>
              </a:defRPr>
            </a:lvl1pPr>
          </a:lstStyle>
          <a:p>
            <a:pPr lvl="0"/>
            <a:r>
              <a:rPr lang="en-GB"/>
              <a:t>Only use this placeholder for an image, table, chart or movie by simply clicking on the relevant icon within the placeholder.</a:t>
            </a:r>
            <a:br>
              <a:rPr lang="en-GB"/>
            </a:br>
            <a:br>
              <a:rPr lang="en-GB"/>
            </a:br>
            <a:r>
              <a:rPr lang="en-GB"/>
              <a:t>STRICTLY NO BODY COPY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AE0C260-DF23-ED67-0F65-CE29EEBFD9E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26665" y="3925353"/>
            <a:ext cx="2721412" cy="2129347"/>
          </a:xfrm>
        </p:spPr>
        <p:txBody>
          <a:bodyPr rIns="144000"/>
          <a:lstStyle>
            <a:lvl1pPr>
              <a:lnSpc>
                <a:spcPct val="114000"/>
              </a:lnSpc>
              <a:spcBef>
                <a:spcPts val="0"/>
              </a:spcBef>
              <a:defRPr sz="1300" b="0" i="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chemeClr val="tx1"/>
                </a:solidFill>
                <a:latin typeface="+mn-lt"/>
              </a:defRPr>
            </a:lvl2pPr>
            <a:lvl3pPr marL="108000" indent="-10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 b="0" i="0">
                <a:solidFill>
                  <a:schemeClr val="tx1"/>
                </a:solidFill>
                <a:latin typeface="+mn-lt"/>
              </a:defRPr>
            </a:lvl3pPr>
            <a:lvl4pPr marL="216000" indent="-108000">
              <a:lnSpc>
                <a:spcPct val="114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300" b="0" i="0">
                <a:latin typeface="+mn-lt"/>
              </a:defRPr>
            </a:lvl4pPr>
            <a:lvl5pPr>
              <a:lnSpc>
                <a:spcPct val="114000"/>
              </a:lnSpc>
              <a:spcBef>
                <a:spcPts val="1000"/>
              </a:spcBef>
              <a:defRPr sz="1000" b="0" i="0">
                <a:latin typeface="Gotham Light" pitchFamily="2" charset="0"/>
              </a:defRPr>
            </a:lvl5pPr>
          </a:lstStyle>
          <a:p>
            <a:pPr lvl="0"/>
            <a:r>
              <a:rPr lang="en-GB"/>
              <a:t>First level &lt;Heading&gt;</a:t>
            </a:r>
          </a:p>
          <a:p>
            <a:pPr lvl="1"/>
            <a:r>
              <a:rPr lang="en-GB"/>
              <a:t>Second level &lt;Text&gt;</a:t>
            </a:r>
          </a:p>
          <a:p>
            <a:pPr lvl="2"/>
            <a:r>
              <a:rPr lang="en-GB"/>
              <a:t>Third level &lt;Bullet: Level 1&gt;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93CEAEC1-B878-29AF-4EA8-30FD1422197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07337" y="1411200"/>
            <a:ext cx="2721412" cy="723554"/>
          </a:xfrm>
        </p:spPr>
        <p:txBody>
          <a:bodyPr anchor="b" anchorCtr="0"/>
          <a:lstStyle>
            <a:lvl1pPr>
              <a:lnSpc>
                <a:spcPct val="80000"/>
              </a:lnSpc>
              <a:defRPr sz="5000" b="0" i="0">
                <a:solidFill>
                  <a:schemeClr val="tx1"/>
                </a:solidFill>
                <a:latin typeface="Lato Light" panose="020F0302020204030203" pitchFamily="34" charset="77"/>
              </a:defRPr>
            </a:lvl1pPr>
            <a:lvl2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2pPr>
            <a:lvl3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3pPr>
            <a:lvl4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4pPr>
            <a:lvl5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5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1" name="Content Placeholder 26">
            <a:extLst>
              <a:ext uri="{FF2B5EF4-FFF2-40B4-BE49-F238E27FC236}">
                <a16:creationId xmlns:a16="http://schemas.microsoft.com/office/drawing/2014/main" id="{1ACAE08C-23AA-957F-C146-4FEAE95AB197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3307337" y="2152800"/>
            <a:ext cx="2721412" cy="1536700"/>
          </a:xfrm>
          <a:solidFill>
            <a:srgbClr val="FFFFFF"/>
          </a:solidFill>
        </p:spPr>
        <p:txBody>
          <a:bodyPr wrap="square" lIns="0" rIns="0" bIns="0" anchor="ctr" anchorCtr="1"/>
          <a:lstStyle>
            <a:lvl1pPr algn="ctr">
              <a:defRPr b="0" i="0">
                <a:latin typeface="Lato Light" panose="020F0302020204030203" pitchFamily="34" charset="77"/>
              </a:defRPr>
            </a:lvl1pPr>
          </a:lstStyle>
          <a:p>
            <a:pPr lvl="0"/>
            <a:r>
              <a:rPr lang="en-GB"/>
              <a:t>Only use this placeholder for an image, table, chart or movie by simply clicking on the relevant icon within the placeholder.</a:t>
            </a:r>
            <a:br>
              <a:rPr lang="en-GB"/>
            </a:br>
            <a:br>
              <a:rPr lang="en-GB"/>
            </a:br>
            <a:r>
              <a:rPr lang="en-GB"/>
              <a:t>STRICTLY NO BODY COPY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1A414ED-98B7-5711-36DD-6F59B9B6E85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307337" y="3925353"/>
            <a:ext cx="2721412" cy="2129347"/>
          </a:xfrm>
        </p:spPr>
        <p:txBody>
          <a:bodyPr rIns="144000"/>
          <a:lstStyle>
            <a:lvl1pPr>
              <a:lnSpc>
                <a:spcPct val="114000"/>
              </a:lnSpc>
              <a:spcBef>
                <a:spcPts val="0"/>
              </a:spcBef>
              <a:defRPr sz="1300" b="0" i="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chemeClr val="tx1"/>
                </a:solidFill>
                <a:latin typeface="+mn-lt"/>
              </a:defRPr>
            </a:lvl2pPr>
            <a:lvl3pPr marL="108000" indent="-10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 b="0" i="0">
                <a:solidFill>
                  <a:schemeClr val="tx1"/>
                </a:solidFill>
                <a:latin typeface="+mn-lt"/>
              </a:defRPr>
            </a:lvl3pPr>
            <a:lvl4pPr marL="216000" indent="-108000">
              <a:lnSpc>
                <a:spcPct val="114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300" b="0" i="0">
                <a:latin typeface="+mn-lt"/>
              </a:defRPr>
            </a:lvl4pPr>
            <a:lvl5pPr>
              <a:lnSpc>
                <a:spcPct val="114000"/>
              </a:lnSpc>
              <a:spcBef>
                <a:spcPts val="1000"/>
              </a:spcBef>
              <a:defRPr sz="1000" b="0" i="0">
                <a:latin typeface="Gotham Light" pitchFamily="2" charset="0"/>
              </a:defRPr>
            </a:lvl5pPr>
          </a:lstStyle>
          <a:p>
            <a:pPr lvl="0"/>
            <a:r>
              <a:rPr lang="en-GB"/>
              <a:t>First level &lt;Heading&gt;</a:t>
            </a:r>
          </a:p>
          <a:p>
            <a:pPr lvl="1"/>
            <a:r>
              <a:rPr lang="en-GB"/>
              <a:t>Second level &lt;Text&gt;</a:t>
            </a:r>
          </a:p>
          <a:p>
            <a:pPr lvl="2"/>
            <a:r>
              <a:rPr lang="en-GB"/>
              <a:t>Third level &lt;Bullet: Level 1&gt;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CDDE9928-35BA-6362-5414-9311982463E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67001" y="1411200"/>
            <a:ext cx="2721412" cy="723554"/>
          </a:xfrm>
        </p:spPr>
        <p:txBody>
          <a:bodyPr anchor="b" anchorCtr="0"/>
          <a:lstStyle>
            <a:lvl1pPr>
              <a:lnSpc>
                <a:spcPct val="80000"/>
              </a:lnSpc>
              <a:defRPr sz="5000" b="0" i="0">
                <a:solidFill>
                  <a:schemeClr val="tx1"/>
                </a:solidFill>
                <a:latin typeface="Lato Light" panose="020F0302020204030203" pitchFamily="34" charset="77"/>
              </a:defRPr>
            </a:lvl1pPr>
            <a:lvl2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2pPr>
            <a:lvl3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3pPr>
            <a:lvl4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4pPr>
            <a:lvl5pPr>
              <a:defRPr sz="5000" b="0" i="0">
                <a:solidFill>
                  <a:schemeClr val="accent2"/>
                </a:solidFill>
                <a:latin typeface="Gotham Light" pitchFamily="2" charset="0"/>
              </a:defRPr>
            </a:lvl5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4" name="Content Placeholder 26">
            <a:extLst>
              <a:ext uri="{FF2B5EF4-FFF2-40B4-BE49-F238E27FC236}">
                <a16:creationId xmlns:a16="http://schemas.microsoft.com/office/drawing/2014/main" id="{54533E3B-FF80-512C-87C1-0E9BA0733D0C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167001" y="2152800"/>
            <a:ext cx="2721412" cy="1536700"/>
          </a:xfrm>
          <a:solidFill>
            <a:srgbClr val="FFFFFF"/>
          </a:solidFill>
        </p:spPr>
        <p:txBody>
          <a:bodyPr wrap="square" lIns="0" rIns="0" bIns="0" anchor="ctr" anchorCtr="1"/>
          <a:lstStyle>
            <a:lvl1pPr algn="ctr">
              <a:defRPr b="0" i="0">
                <a:latin typeface="Lato Light" panose="020F0302020204030203" pitchFamily="34" charset="77"/>
              </a:defRPr>
            </a:lvl1pPr>
          </a:lstStyle>
          <a:p>
            <a:pPr lvl="0"/>
            <a:r>
              <a:rPr lang="en-GB"/>
              <a:t>Only use this placeholder for an image, table, chart or movie by simply clicking on the relevant icon within the placeholder.</a:t>
            </a:r>
            <a:br>
              <a:rPr lang="en-GB"/>
            </a:br>
            <a:br>
              <a:rPr lang="en-GB"/>
            </a:br>
            <a:r>
              <a:rPr lang="en-GB"/>
              <a:t>STRICTLY NO BODY COPY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4EF5F795-8A12-0826-2F1D-FCEC5941E1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67001" y="3925353"/>
            <a:ext cx="2721412" cy="2129347"/>
          </a:xfrm>
        </p:spPr>
        <p:txBody>
          <a:bodyPr rIns="144000"/>
          <a:lstStyle>
            <a:lvl1pPr>
              <a:lnSpc>
                <a:spcPct val="114000"/>
              </a:lnSpc>
              <a:spcBef>
                <a:spcPts val="0"/>
              </a:spcBef>
              <a:defRPr sz="1300" b="0" i="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chemeClr val="tx1"/>
                </a:solidFill>
                <a:latin typeface="+mn-lt"/>
              </a:defRPr>
            </a:lvl2pPr>
            <a:lvl3pPr marL="108000" indent="-10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00" b="0" i="0">
                <a:solidFill>
                  <a:schemeClr val="tx1"/>
                </a:solidFill>
                <a:latin typeface="+mn-lt"/>
              </a:defRPr>
            </a:lvl3pPr>
            <a:lvl4pPr marL="216000" indent="-108000">
              <a:lnSpc>
                <a:spcPct val="114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1300" b="0" i="0">
                <a:latin typeface="+mn-lt"/>
              </a:defRPr>
            </a:lvl4pPr>
            <a:lvl5pPr>
              <a:lnSpc>
                <a:spcPct val="114000"/>
              </a:lnSpc>
              <a:spcBef>
                <a:spcPts val="1000"/>
              </a:spcBef>
              <a:defRPr sz="1000" b="0" i="0">
                <a:latin typeface="Gotham Light" pitchFamily="2" charset="0"/>
              </a:defRPr>
            </a:lvl5pPr>
          </a:lstStyle>
          <a:p>
            <a:pPr lvl="0"/>
            <a:r>
              <a:rPr lang="en-GB"/>
              <a:t>First level &lt;Heading&gt;</a:t>
            </a:r>
          </a:p>
          <a:p>
            <a:pPr lvl="1"/>
            <a:r>
              <a:rPr lang="en-GB"/>
              <a:t>Second level &lt;Text&gt;</a:t>
            </a:r>
          </a:p>
          <a:p>
            <a:pPr lvl="2"/>
            <a:r>
              <a:rPr lang="en-GB"/>
              <a:t>Third level &lt;Bullet: Level 1&gt;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FA90227-F093-85DB-4B10-BEE79FB6D3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3571" y="44025"/>
            <a:ext cx="2907792" cy="7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952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C1B10-C510-0C43-8B94-5264514323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675" y="349201"/>
            <a:ext cx="7769493" cy="533775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GB"/>
              <a:t>[Title and content]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1F211F-1534-FC4F-A512-CBDADD1030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47676" y="1317600"/>
            <a:ext cx="11300400" cy="4665600"/>
          </a:xfrm>
        </p:spPr>
        <p:txBody>
          <a:bodyPr/>
          <a:lstStyle>
            <a:lvl1pPr>
              <a:lnSpc>
                <a:spcPct val="113000"/>
              </a:lnSpc>
              <a:spcBef>
                <a:spcPts val="2000"/>
              </a:spcBef>
              <a:defRPr sz="1700">
                <a:latin typeface="Lato" panose="020F0502020204030203" pitchFamily="34" charset="0"/>
              </a:defRPr>
            </a:lvl1pPr>
            <a:lvl2pPr>
              <a:lnSpc>
                <a:spcPct val="113000"/>
              </a:lnSpc>
              <a:spcBef>
                <a:spcPts val="1200"/>
              </a:spcBef>
              <a:defRPr sz="1500">
                <a:latin typeface="Lato" panose="020F0502020204030203" pitchFamily="34" charset="0"/>
              </a:defRPr>
            </a:lvl2pPr>
            <a:lvl3pPr>
              <a:lnSpc>
                <a:spcPct val="113000"/>
              </a:lnSpc>
              <a:spcAft>
                <a:spcPts val="1000"/>
              </a:spcAft>
              <a:defRPr sz="1500">
                <a:latin typeface="Lato" panose="020F0502020204030203" pitchFamily="34" charset="0"/>
              </a:defRPr>
            </a:lvl3pPr>
            <a:lvl4pPr marL="108000" indent="-108000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latin typeface="Lato" panose="020F0502020204030203" pitchFamily="34" charset="0"/>
              </a:defRPr>
            </a:lvl4pPr>
            <a:lvl5pPr>
              <a:lnSpc>
                <a:spcPct val="113000"/>
              </a:lnSpc>
              <a:spcAft>
                <a:spcPts val="1200"/>
              </a:spcAft>
              <a:defRPr sz="1500">
                <a:latin typeface="Lato" panose="020F0502020204030203" pitchFamily="34" charset="0"/>
              </a:defRPr>
            </a:lvl5pPr>
            <a:lvl6pPr>
              <a:lnSpc>
                <a:spcPct val="113000"/>
              </a:lnSpc>
              <a:spcBef>
                <a:spcPts val="1000"/>
              </a:spcBef>
              <a:defRPr sz="1500">
                <a:solidFill>
                  <a:schemeClr val="tx1"/>
                </a:solidFill>
                <a:latin typeface="Lato" panose="020F0502020204030203" pitchFamily="34" charset="0"/>
              </a:defRPr>
            </a:lvl6pPr>
          </a:lstStyle>
          <a:p>
            <a:pPr lvl="0"/>
            <a:r>
              <a:rPr lang="en-GB"/>
              <a:t>First level &lt;Intro text / Heading&gt;</a:t>
            </a:r>
          </a:p>
          <a:p>
            <a:pPr lvl="1"/>
            <a:r>
              <a:rPr lang="en-GB"/>
              <a:t>Second level &lt;Subheading with para before&gt;</a:t>
            </a:r>
          </a:p>
          <a:p>
            <a:pPr lvl="2"/>
            <a:r>
              <a:rPr lang="en-GB"/>
              <a:t>Third level &lt;Text with para after&gt;</a:t>
            </a:r>
          </a:p>
          <a:p>
            <a:pPr lvl="3"/>
            <a:r>
              <a:rPr lang="en-GB"/>
              <a:t>Fourth level &lt;Bullet with para after&gt;</a:t>
            </a:r>
          </a:p>
          <a:p>
            <a:pPr lvl="4"/>
            <a:r>
              <a:rPr lang="en-GB"/>
              <a:t>Fifth level &lt;Subheading with para after&gt;</a:t>
            </a:r>
          </a:p>
          <a:p>
            <a:pPr lvl="5"/>
            <a:r>
              <a:rPr lang="en-GB"/>
              <a:t>Sixth level &lt;Text with para before&gt;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EFAEE96-405B-9FDD-95DE-ED972EA0FE4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8350" y="6416676"/>
            <a:ext cx="819150" cy="441325"/>
          </a:xfrm>
        </p:spPr>
        <p:txBody>
          <a:bodyPr/>
          <a:lstStyle/>
          <a:p>
            <a:fld id="{B66C9657-B579-434D-9EB1-016F2AFF4B4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8D5C09C-D1BE-0DD9-ED92-9F41BEB5ED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3571" y="44025"/>
            <a:ext cx="2907792" cy="7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8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pos="2677" userDrawn="1">
          <p15:clr>
            <a:srgbClr val="FBAE40"/>
          </p15:clr>
        </p15:guide>
        <p15:guide id="5" pos="5003" userDrawn="1">
          <p15:clr>
            <a:srgbClr val="FBAE40"/>
          </p15:clr>
        </p15:guide>
        <p15:guide id="6" pos="2597" userDrawn="1">
          <p15:clr>
            <a:srgbClr val="FBAE40"/>
          </p15:clr>
        </p15:guide>
        <p15:guide id="7" pos="5083" userDrawn="1">
          <p15:clr>
            <a:srgbClr val="FBAE40"/>
          </p15:clr>
        </p15:guide>
      </p15:sldGuideLst>
    </p:ext>
  </p:extLst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C1B10-C510-0C43-8B94-5264514323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675" y="349201"/>
            <a:ext cx="7769493" cy="533775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GB"/>
              <a:t>[Title and content]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1F211F-1534-FC4F-A512-CBDADD1030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47676" y="1317600"/>
            <a:ext cx="11300400" cy="4665600"/>
          </a:xfrm>
        </p:spPr>
        <p:txBody>
          <a:bodyPr/>
          <a:lstStyle>
            <a:lvl1pPr>
              <a:lnSpc>
                <a:spcPct val="113000"/>
              </a:lnSpc>
              <a:spcBef>
                <a:spcPts val="2000"/>
              </a:spcBef>
              <a:defRPr sz="1700">
                <a:latin typeface="Lato" panose="020F0502020204030203" pitchFamily="34" charset="0"/>
              </a:defRPr>
            </a:lvl1pPr>
            <a:lvl2pPr>
              <a:lnSpc>
                <a:spcPct val="113000"/>
              </a:lnSpc>
              <a:spcBef>
                <a:spcPts val="1200"/>
              </a:spcBef>
              <a:defRPr sz="1500">
                <a:latin typeface="Lato" panose="020F0502020204030203" pitchFamily="34" charset="0"/>
              </a:defRPr>
            </a:lvl2pPr>
            <a:lvl3pPr>
              <a:lnSpc>
                <a:spcPct val="113000"/>
              </a:lnSpc>
              <a:spcAft>
                <a:spcPts val="1000"/>
              </a:spcAft>
              <a:defRPr sz="1500">
                <a:latin typeface="Lato" panose="020F0502020204030203" pitchFamily="34" charset="0"/>
              </a:defRPr>
            </a:lvl3pPr>
            <a:lvl4pPr marL="108000" indent="-108000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500">
                <a:latin typeface="Lato" panose="020F0502020204030203" pitchFamily="34" charset="0"/>
              </a:defRPr>
            </a:lvl4pPr>
            <a:lvl5pPr>
              <a:lnSpc>
                <a:spcPct val="113000"/>
              </a:lnSpc>
              <a:spcAft>
                <a:spcPts val="1200"/>
              </a:spcAft>
              <a:defRPr sz="1500">
                <a:latin typeface="Lato" panose="020F0502020204030203" pitchFamily="34" charset="0"/>
              </a:defRPr>
            </a:lvl5pPr>
            <a:lvl6pPr>
              <a:lnSpc>
                <a:spcPct val="113000"/>
              </a:lnSpc>
              <a:spcBef>
                <a:spcPts val="1000"/>
              </a:spcBef>
              <a:defRPr sz="1500">
                <a:solidFill>
                  <a:schemeClr val="tx1"/>
                </a:solidFill>
                <a:latin typeface="Lato" panose="020F0502020204030203" pitchFamily="34" charset="0"/>
              </a:defRPr>
            </a:lvl6pPr>
          </a:lstStyle>
          <a:p>
            <a:pPr lvl="0"/>
            <a:r>
              <a:rPr lang="en-GB"/>
              <a:t>First level &lt;Intro text / Heading&gt;</a:t>
            </a:r>
          </a:p>
          <a:p>
            <a:pPr lvl="1"/>
            <a:r>
              <a:rPr lang="en-GB"/>
              <a:t>Second level &lt;Subheading with para before&gt;</a:t>
            </a:r>
          </a:p>
          <a:p>
            <a:pPr lvl="2"/>
            <a:r>
              <a:rPr lang="en-GB"/>
              <a:t>Third level &lt;Text with para after&gt;</a:t>
            </a:r>
          </a:p>
          <a:p>
            <a:pPr lvl="3"/>
            <a:r>
              <a:rPr lang="en-GB"/>
              <a:t>Fourth level &lt;Bullet with para after&gt;</a:t>
            </a:r>
          </a:p>
          <a:p>
            <a:pPr lvl="4"/>
            <a:r>
              <a:rPr lang="en-GB"/>
              <a:t>Fifth level &lt;Subheading with para after&gt;</a:t>
            </a:r>
          </a:p>
          <a:p>
            <a:pPr lvl="5"/>
            <a:r>
              <a:rPr lang="en-GB"/>
              <a:t>Sixth level &lt;Text with para before&gt;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EFAEE96-405B-9FDD-95DE-ED972EA0FE4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8350" y="6416676"/>
            <a:ext cx="819150" cy="441325"/>
          </a:xfrm>
        </p:spPr>
        <p:txBody>
          <a:bodyPr/>
          <a:lstStyle/>
          <a:p>
            <a:fld id="{B66C9657-B579-434D-9EB1-016F2AFF4B4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A508E11-0EEB-D3CD-8489-2231D4F823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3571" y="44025"/>
            <a:ext cx="2907792" cy="7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73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pos="2677" userDrawn="1">
          <p15:clr>
            <a:srgbClr val="FBAE40"/>
          </p15:clr>
        </p15:guide>
        <p15:guide id="5" pos="5003" userDrawn="1">
          <p15:clr>
            <a:srgbClr val="FBAE40"/>
          </p15:clr>
        </p15:guide>
        <p15:guide id="6" pos="2597" userDrawn="1">
          <p15:clr>
            <a:srgbClr val="FBAE40"/>
          </p15:clr>
        </p15:guide>
        <p15:guide id="7" pos="5083" userDrawn="1">
          <p15:clr>
            <a:srgbClr val="FBAE40"/>
          </p15:clr>
        </p15:guide>
      </p15:sldGuideLst>
    </p:ext>
  </p:extLs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C1B10-C510-0C43-8B94-5264514323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676" y="349201"/>
            <a:ext cx="7944485" cy="533775"/>
          </a:xfrm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r>
              <a:rPr lang="en-GB"/>
              <a:t>[Title only]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57AC7-2F64-8B66-9867-47F05DB236E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66C9657-B579-434D-9EB1-016F2AFF4B4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635502C-9947-61EE-F2FA-0C64A13C90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3571" y="44025"/>
            <a:ext cx="2907792" cy="7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730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pos="2677" userDrawn="1">
          <p15:clr>
            <a:srgbClr val="FBAE40"/>
          </p15:clr>
        </p15:guide>
        <p15:guide id="5" pos="5003" userDrawn="1">
          <p15:clr>
            <a:srgbClr val="FBAE40"/>
          </p15:clr>
        </p15:guide>
        <p15:guide id="6" pos="2597" userDrawn="1">
          <p15:clr>
            <a:srgbClr val="FBAE40"/>
          </p15:clr>
        </p15:guide>
        <p15:guide id="7" pos="5083" userDrawn="1">
          <p15:clr>
            <a:srgbClr val="FBAE40"/>
          </p15:clr>
        </p15:guide>
      </p15:sldGuideLst>
    </p:ext>
  </p:extLst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SLIDE DARK BLUE/TUR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reeform 67">
            <a:extLst>
              <a:ext uri="{FF2B5EF4-FFF2-40B4-BE49-F238E27FC236}">
                <a16:creationId xmlns:a16="http://schemas.microsoft.com/office/drawing/2014/main" id="{935279DD-CEEE-FE40-2E3D-554713CAC310}"/>
              </a:ext>
            </a:extLst>
          </p:cNvPr>
          <p:cNvSpPr/>
          <p:nvPr userDrawn="1"/>
        </p:nvSpPr>
        <p:spPr>
          <a:xfrm>
            <a:off x="5120649" y="63502"/>
            <a:ext cx="7071353" cy="6794501"/>
          </a:xfrm>
          <a:custGeom>
            <a:avLst/>
            <a:gdLst>
              <a:gd name="connsiteX0" fmla="*/ 2240469 w 7071353"/>
              <a:gd name="connsiteY0" fmla="*/ 0 h 6794501"/>
              <a:gd name="connsiteX1" fmla="*/ 5212472 w 7071353"/>
              <a:gd name="connsiteY1" fmla="*/ 0 h 6794501"/>
              <a:gd name="connsiteX2" fmla="*/ 5242623 w 7071353"/>
              <a:gd name="connsiteY2" fmla="*/ 11689 h 6794501"/>
              <a:gd name="connsiteX3" fmla="*/ 6326690 w 7071353"/>
              <a:gd name="connsiteY3" fmla="*/ 671206 h 6794501"/>
              <a:gd name="connsiteX4" fmla="*/ 5582938 w 7071353"/>
              <a:gd name="connsiteY4" fmla="*/ 1575356 h 6794501"/>
              <a:gd name="connsiteX5" fmla="*/ 3670334 w 7071353"/>
              <a:gd name="connsiteY5" fmla="*/ 880580 h 6794501"/>
              <a:gd name="connsiteX6" fmla="*/ 1171017 w 7071353"/>
              <a:gd name="connsiteY6" fmla="*/ 3378757 h 6794501"/>
              <a:gd name="connsiteX7" fmla="*/ 3670398 w 7071353"/>
              <a:gd name="connsiteY7" fmla="*/ 5876997 h 6794501"/>
              <a:gd name="connsiteX8" fmla="*/ 6921908 w 7071353"/>
              <a:gd name="connsiteY8" fmla="*/ 3610322 h 6794501"/>
              <a:gd name="connsiteX9" fmla="*/ 7071353 w 7071353"/>
              <a:gd name="connsiteY9" fmla="*/ 3389833 h 6794501"/>
              <a:gd name="connsiteX10" fmla="*/ 7071353 w 7071353"/>
              <a:gd name="connsiteY10" fmla="*/ 5341973 h 6794501"/>
              <a:gd name="connsiteX11" fmla="*/ 6980441 w 7071353"/>
              <a:gd name="connsiteY11" fmla="*/ 5450273 h 6794501"/>
              <a:gd name="connsiteX12" fmla="*/ 5241897 w 7071353"/>
              <a:gd name="connsiteY12" fmla="*/ 6745301 h 6794501"/>
              <a:gd name="connsiteX13" fmla="*/ 5114605 w 7071353"/>
              <a:gd name="connsiteY13" fmla="*/ 6794501 h 6794501"/>
              <a:gd name="connsiteX14" fmla="*/ 2347980 w 7071353"/>
              <a:gd name="connsiteY14" fmla="*/ 6794501 h 6794501"/>
              <a:gd name="connsiteX15" fmla="*/ 2257512 w 7071353"/>
              <a:gd name="connsiteY15" fmla="*/ 6758626 h 6794501"/>
              <a:gd name="connsiteX16" fmla="*/ 0 w 7071353"/>
              <a:gd name="connsiteY16" fmla="*/ 3378757 h 6794501"/>
              <a:gd name="connsiteX17" fmla="*/ 2080508 w 7071353"/>
              <a:gd name="connsiteY17" fmla="*/ 72401 h 6794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071353" h="6794501">
                <a:moveTo>
                  <a:pt x="2240469" y="0"/>
                </a:moveTo>
                <a:lnTo>
                  <a:pt x="5212472" y="0"/>
                </a:lnTo>
                <a:lnTo>
                  <a:pt x="5242623" y="11689"/>
                </a:lnTo>
                <a:cubicBezTo>
                  <a:pt x="5622449" y="168914"/>
                  <a:pt x="5982425" y="388250"/>
                  <a:pt x="6326690" y="671206"/>
                </a:cubicBezTo>
                <a:lnTo>
                  <a:pt x="5582938" y="1575356"/>
                </a:lnTo>
                <a:cubicBezTo>
                  <a:pt x="5006211" y="1101339"/>
                  <a:pt x="4398560" y="880580"/>
                  <a:pt x="3670334" y="880580"/>
                </a:cubicBezTo>
                <a:cubicBezTo>
                  <a:pt x="2292275" y="880580"/>
                  <a:pt x="1171017" y="2047910"/>
                  <a:pt x="1171017" y="3378757"/>
                </a:cubicBezTo>
                <a:cubicBezTo>
                  <a:pt x="1171017" y="4709604"/>
                  <a:pt x="2338978" y="5876997"/>
                  <a:pt x="3670398" y="5876997"/>
                </a:cubicBezTo>
                <a:cubicBezTo>
                  <a:pt x="5195609" y="5876997"/>
                  <a:pt x="6054295" y="4875451"/>
                  <a:pt x="6921908" y="3610322"/>
                </a:cubicBezTo>
                <a:lnTo>
                  <a:pt x="7071353" y="3389833"/>
                </a:lnTo>
                <a:lnTo>
                  <a:pt x="7071353" y="5341973"/>
                </a:lnTo>
                <a:lnTo>
                  <a:pt x="6980441" y="5450273"/>
                </a:lnTo>
                <a:cubicBezTo>
                  <a:pt x="6494050" y="5992156"/>
                  <a:pt x="5932917" y="6458737"/>
                  <a:pt x="5241897" y="6745301"/>
                </a:cubicBezTo>
                <a:lnTo>
                  <a:pt x="5114605" y="6794501"/>
                </a:lnTo>
                <a:lnTo>
                  <a:pt x="2347980" y="6794501"/>
                </a:lnTo>
                <a:lnTo>
                  <a:pt x="2257512" y="6758626"/>
                </a:lnTo>
                <a:cubicBezTo>
                  <a:pt x="945454" y="6200940"/>
                  <a:pt x="0" y="4895923"/>
                  <a:pt x="0" y="3378757"/>
                </a:cubicBezTo>
                <a:cubicBezTo>
                  <a:pt x="0" y="1924806"/>
                  <a:pt x="850589" y="665661"/>
                  <a:pt x="2080508" y="72401"/>
                </a:cubicBezTo>
                <a:close/>
              </a:path>
            </a:pathLst>
          </a:custGeom>
          <a:solidFill>
            <a:schemeClr val="accent3"/>
          </a:solidFill>
          <a:ln w="25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800" b="0" i="0">
              <a:latin typeface="Lato Light" panose="020F0302020204030203" pitchFamily="34" charset="77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F2F198C-DB96-82AD-210E-BD13F8D8AF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7676" y="5986802"/>
            <a:ext cx="4215600" cy="463109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100" cap="all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2pPr>
            <a:lvl3pPr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3pPr>
            <a:lvl4pPr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0"/>
              </a:spcAft>
              <a:defRPr sz="15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&lt;Month D, YYYY&gt;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AAA877B-04C0-0F45-E778-F2D14A250A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675" y="1544400"/>
            <a:ext cx="4215602" cy="37708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4300" b="0" i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spcAft>
                <a:spcPts val="2300"/>
              </a:spcAft>
              <a:defRPr sz="4300" b="0" i="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00000"/>
              </a:lnSpc>
              <a:spcAft>
                <a:spcPts val="0"/>
              </a:spcAft>
              <a:defRPr sz="1300"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First level [Title slide: v6]</a:t>
            </a:r>
          </a:p>
          <a:p>
            <a:pPr lvl="1"/>
            <a:r>
              <a:rPr lang="en-GB"/>
              <a:t>Second level &lt;Description&gt;</a:t>
            </a:r>
          </a:p>
          <a:p>
            <a:pPr lvl="2"/>
            <a:r>
              <a:rPr lang="en-GB"/>
              <a:t>Third level &lt;Text&gt;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Picture Placeholder 66">
            <a:extLst>
              <a:ext uri="{FF2B5EF4-FFF2-40B4-BE49-F238E27FC236}">
                <a16:creationId xmlns:a16="http://schemas.microsoft.com/office/drawing/2014/main" id="{14D2B68D-E07C-F82A-3A95-6DFA58124B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91662" y="63503"/>
            <a:ext cx="5900338" cy="5876997"/>
          </a:xfrm>
          <a:custGeom>
            <a:avLst/>
            <a:gdLst>
              <a:gd name="connsiteX0" fmla="*/ 4041455 w 5900338"/>
              <a:gd name="connsiteY0" fmla="*/ 0 h 5876997"/>
              <a:gd name="connsiteX1" fmla="*/ 5900338 w 5900338"/>
              <a:gd name="connsiteY1" fmla="*/ 0 h 5876997"/>
              <a:gd name="connsiteX2" fmla="*/ 5900338 w 5900338"/>
              <a:gd name="connsiteY2" fmla="*/ 5110666 h 5876997"/>
              <a:gd name="connsiteX3" fmla="*/ 5900336 w 5900338"/>
              <a:gd name="connsiteY3" fmla="*/ 5110666 h 5876997"/>
              <a:gd name="connsiteX4" fmla="*/ 5900336 w 5900338"/>
              <a:gd name="connsiteY4" fmla="*/ 3389833 h 5876997"/>
              <a:gd name="connsiteX5" fmla="*/ 5750891 w 5900338"/>
              <a:gd name="connsiteY5" fmla="*/ 3610322 h 5876997"/>
              <a:gd name="connsiteX6" fmla="*/ 2499381 w 5900338"/>
              <a:gd name="connsiteY6" fmla="*/ 5876997 h 5876997"/>
              <a:gd name="connsiteX7" fmla="*/ 0 w 5900338"/>
              <a:gd name="connsiteY7" fmla="*/ 3378757 h 5876997"/>
              <a:gd name="connsiteX8" fmla="*/ 2499317 w 5900338"/>
              <a:gd name="connsiteY8" fmla="*/ 880580 h 5876997"/>
              <a:gd name="connsiteX9" fmla="*/ 4411921 w 5900338"/>
              <a:gd name="connsiteY9" fmla="*/ 1575356 h 5876997"/>
              <a:gd name="connsiteX10" fmla="*/ 5155673 w 5900338"/>
              <a:gd name="connsiteY10" fmla="*/ 671206 h 5876997"/>
              <a:gd name="connsiteX11" fmla="*/ 4071606 w 5900338"/>
              <a:gd name="connsiteY11" fmla="*/ 11689 h 5876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900338" h="5876997">
                <a:moveTo>
                  <a:pt x="4041455" y="0"/>
                </a:moveTo>
                <a:lnTo>
                  <a:pt x="5900338" y="0"/>
                </a:lnTo>
                <a:lnTo>
                  <a:pt x="5900338" y="5110666"/>
                </a:lnTo>
                <a:lnTo>
                  <a:pt x="5900336" y="5110666"/>
                </a:lnTo>
                <a:lnTo>
                  <a:pt x="5900336" y="3389833"/>
                </a:lnTo>
                <a:lnTo>
                  <a:pt x="5750891" y="3610322"/>
                </a:lnTo>
                <a:cubicBezTo>
                  <a:pt x="4883278" y="4875451"/>
                  <a:pt x="4024592" y="5876997"/>
                  <a:pt x="2499381" y="5876997"/>
                </a:cubicBezTo>
                <a:cubicBezTo>
                  <a:pt x="1167961" y="5876997"/>
                  <a:pt x="0" y="4709604"/>
                  <a:pt x="0" y="3378757"/>
                </a:cubicBezTo>
                <a:cubicBezTo>
                  <a:pt x="0" y="2047910"/>
                  <a:pt x="1121258" y="880580"/>
                  <a:pt x="2499317" y="880580"/>
                </a:cubicBezTo>
                <a:cubicBezTo>
                  <a:pt x="3227543" y="880580"/>
                  <a:pt x="3835194" y="1101339"/>
                  <a:pt x="4411921" y="1575356"/>
                </a:cubicBezTo>
                <a:lnTo>
                  <a:pt x="5155673" y="671206"/>
                </a:lnTo>
                <a:cubicBezTo>
                  <a:pt x="4811408" y="388250"/>
                  <a:pt x="4451432" y="168914"/>
                  <a:pt x="4071606" y="11689"/>
                </a:cubicBezTo>
                <a:close/>
              </a:path>
            </a:pathLst>
          </a:custGeom>
        </p:spPr>
        <p:txBody>
          <a:bodyPr wrap="square" bIns="1080000" anchor="ctr" anchorCtr="1">
            <a:noAutofit/>
          </a:bodyPr>
          <a:lstStyle>
            <a:lvl1pPr>
              <a:defRPr b="0" i="0">
                <a:solidFill>
                  <a:schemeClr val="bg1"/>
                </a:solidFill>
                <a:latin typeface="Lato Light" panose="020F0302020204030203" pitchFamily="34" charset="77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D8BF02-ED26-A52B-17F6-A09E51EFCCED}"/>
              </a:ext>
            </a:extLst>
          </p:cNvPr>
          <p:cNvSpPr/>
          <p:nvPr userDrawn="1"/>
        </p:nvSpPr>
        <p:spPr>
          <a:xfrm>
            <a:off x="1" y="0"/>
            <a:ext cx="12193200" cy="63500"/>
          </a:xfrm>
          <a:prstGeom prst="rect">
            <a:avLst/>
          </a:prstGeom>
          <a:solidFill>
            <a:srgbClr val="003A6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2" tIns="71432" rIns="71432" bIns="71432" numCol="1" spcCol="38100" rtlCol="0" anchor="ctr">
            <a:noAutofit/>
          </a:bodyPr>
          <a:lstStyle/>
          <a:p>
            <a:pPr marL="0" marR="0" indent="0" algn="ctr" defTabSz="82149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B883E8-F8C7-5E2C-5CBB-152AD6F913A1}"/>
              </a:ext>
            </a:extLst>
          </p:cNvPr>
          <p:cNvSpPr/>
          <p:nvPr userDrawn="1"/>
        </p:nvSpPr>
        <p:spPr>
          <a:xfrm>
            <a:off x="1" y="5673"/>
            <a:ext cx="12193200" cy="635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2" tIns="71432" rIns="71432" bIns="71432" numCol="1" spcCol="38100" rtlCol="0" anchor="ctr">
            <a:noAutofit/>
          </a:bodyPr>
          <a:lstStyle/>
          <a:p>
            <a:pPr marL="0" marR="0" indent="0" algn="ctr" defTabSz="82149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20455EB-3E1E-5A15-7143-12FB7970EA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7674" y="41565"/>
            <a:ext cx="2916937" cy="70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373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lumn content: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1320E2-D63D-E247-B77F-B09C1FA9E23C}"/>
              </a:ext>
            </a:extLst>
          </p:cNvPr>
          <p:cNvSpPr/>
          <p:nvPr userDrawn="1"/>
        </p:nvSpPr>
        <p:spPr>
          <a:xfrm>
            <a:off x="0" y="6199200"/>
            <a:ext cx="12192000" cy="658800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t" anchorCtr="0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C1B10-C510-0C43-8B94-5264514323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675" y="349201"/>
            <a:ext cx="9360000" cy="533775"/>
          </a:xfrm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r>
              <a:rPr lang="en-GB"/>
              <a:t>[Three column content: v4]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57AC7-2F64-8B66-9867-47F05DB236E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66C9657-B579-434D-9EB1-016F2AFF4B4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51774888-5F98-A544-5AD8-AA43C550DB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7675" y="1317600"/>
            <a:ext cx="3686400" cy="4665600"/>
          </a:xfrm>
        </p:spPr>
        <p:txBody>
          <a:bodyPr rIns="144000"/>
          <a:lstStyle>
            <a:lvl1pPr>
              <a:lnSpc>
                <a:spcPct val="114000"/>
              </a:lnSpc>
              <a:spcBef>
                <a:spcPts val="2000"/>
              </a:spcBef>
              <a:defRPr sz="1700" b="0" i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14000"/>
              </a:lnSpc>
              <a:spcBef>
                <a:spcPts val="1200"/>
              </a:spcBef>
              <a:defRPr sz="1300" b="0" i="0">
                <a:solidFill>
                  <a:schemeClr val="tx1"/>
                </a:solidFill>
                <a:latin typeface="+mj-lt"/>
              </a:defRPr>
            </a:lvl2pPr>
            <a:lvl3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300" b="0" i="0">
                <a:solidFill>
                  <a:schemeClr val="tx1"/>
                </a:solidFill>
                <a:latin typeface="+mn-lt"/>
              </a:defRPr>
            </a:lvl3pPr>
            <a:lvl4pPr marL="108000" indent="-10800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300" b="0" i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300" b="0" i="0">
                <a:solidFill>
                  <a:schemeClr val="tx1"/>
                </a:solidFill>
                <a:latin typeface="+mj-lt"/>
              </a:defRPr>
            </a:lvl5pPr>
            <a:lvl6pPr>
              <a:spcBef>
                <a:spcPts val="1000"/>
              </a:spcBef>
              <a:defRPr sz="1300">
                <a:solidFill>
                  <a:schemeClr val="tx1"/>
                </a:solidFill>
                <a:latin typeface="+mn-lt"/>
              </a:defRPr>
            </a:lvl6pPr>
          </a:lstStyle>
          <a:p>
            <a:pPr lvl="0"/>
            <a:r>
              <a:rPr lang="en-GB"/>
              <a:t>First level &lt;Intro text / Heading&gt;</a:t>
            </a:r>
          </a:p>
          <a:p>
            <a:pPr lvl="1"/>
            <a:r>
              <a:rPr lang="en-GB"/>
              <a:t>Second level &lt;Subheading with para before&gt;</a:t>
            </a:r>
          </a:p>
          <a:p>
            <a:pPr lvl="2"/>
            <a:r>
              <a:rPr lang="en-GB"/>
              <a:t>Third level &lt;Text with para after&gt;</a:t>
            </a:r>
          </a:p>
          <a:p>
            <a:pPr lvl="3"/>
            <a:r>
              <a:rPr lang="en-GB"/>
              <a:t>Fourth level &lt;Bullet with para after&gt;</a:t>
            </a:r>
          </a:p>
          <a:p>
            <a:pPr lvl="4"/>
            <a:r>
              <a:rPr lang="en-GB"/>
              <a:t>Fifth level &lt;Subheading with para after&gt;</a:t>
            </a:r>
          </a:p>
          <a:p>
            <a:pPr lvl="5"/>
            <a:r>
              <a:rPr lang="en-GB"/>
              <a:t>Sixth level &lt;Text with para before&gt;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40D335-1F96-A191-76B6-9C22AD9F33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7675" y="1317600"/>
            <a:ext cx="3686400" cy="4665600"/>
          </a:xfrm>
        </p:spPr>
        <p:txBody>
          <a:bodyPr rIns="144000"/>
          <a:lstStyle>
            <a:lvl1pPr>
              <a:lnSpc>
                <a:spcPct val="114000"/>
              </a:lnSpc>
              <a:spcBef>
                <a:spcPts val="2000"/>
              </a:spcBef>
              <a:defRPr sz="1700" b="0" i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14000"/>
              </a:lnSpc>
              <a:spcBef>
                <a:spcPts val="1200"/>
              </a:spcBef>
              <a:defRPr sz="1300" b="0" i="0">
                <a:solidFill>
                  <a:schemeClr val="tx1"/>
                </a:solidFill>
                <a:latin typeface="+mj-lt"/>
              </a:defRPr>
            </a:lvl2pPr>
            <a:lvl3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300" b="0" i="0">
                <a:solidFill>
                  <a:schemeClr val="tx1"/>
                </a:solidFill>
                <a:latin typeface="+mn-lt"/>
              </a:defRPr>
            </a:lvl3pPr>
            <a:lvl4pPr marL="108000" indent="-10800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300" b="0" i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300" b="0" i="0">
                <a:solidFill>
                  <a:schemeClr val="tx1"/>
                </a:solidFill>
                <a:latin typeface="+mj-lt"/>
              </a:defRPr>
            </a:lvl5pPr>
            <a:lvl6pPr>
              <a:spcBef>
                <a:spcPts val="1000"/>
              </a:spcBef>
              <a:defRPr sz="1300">
                <a:solidFill>
                  <a:schemeClr val="tx1"/>
                </a:solidFill>
                <a:latin typeface="+mn-lt"/>
              </a:defRPr>
            </a:lvl6pPr>
          </a:lstStyle>
          <a:p>
            <a:pPr lvl="0"/>
            <a:r>
              <a:rPr lang="en-GB"/>
              <a:t>First level &lt;Intro text / Heading&gt;</a:t>
            </a:r>
          </a:p>
          <a:p>
            <a:pPr lvl="1"/>
            <a:r>
              <a:rPr lang="en-GB"/>
              <a:t>Second level &lt;Subheading with para before&gt;</a:t>
            </a:r>
          </a:p>
          <a:p>
            <a:pPr lvl="2"/>
            <a:r>
              <a:rPr lang="en-GB"/>
              <a:t>Third level &lt;Text with para after&gt;</a:t>
            </a:r>
          </a:p>
          <a:p>
            <a:pPr lvl="3"/>
            <a:r>
              <a:rPr lang="en-GB"/>
              <a:t>Fourth level &lt;Bullet with para after&gt;</a:t>
            </a:r>
          </a:p>
          <a:p>
            <a:pPr lvl="4"/>
            <a:r>
              <a:rPr lang="en-GB"/>
              <a:t>Fifth level &lt;Subheading with para after&gt;</a:t>
            </a:r>
          </a:p>
          <a:p>
            <a:pPr lvl="5"/>
            <a:r>
              <a:rPr lang="en-GB"/>
              <a:t>Sixth level &lt;Text with para before&gt;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E154590-C775-D0B3-BF76-2571929744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57675" y="1317600"/>
            <a:ext cx="3686400" cy="4665600"/>
          </a:xfrm>
        </p:spPr>
        <p:txBody>
          <a:bodyPr rIns="144000"/>
          <a:lstStyle>
            <a:lvl1pPr>
              <a:lnSpc>
                <a:spcPct val="114000"/>
              </a:lnSpc>
              <a:spcBef>
                <a:spcPts val="2000"/>
              </a:spcBef>
              <a:defRPr sz="1700" b="0" i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14000"/>
              </a:lnSpc>
              <a:spcBef>
                <a:spcPts val="1200"/>
              </a:spcBef>
              <a:defRPr sz="1300" b="0" i="0">
                <a:solidFill>
                  <a:schemeClr val="tx1"/>
                </a:solidFill>
                <a:latin typeface="+mj-lt"/>
              </a:defRPr>
            </a:lvl2pPr>
            <a:lvl3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300" b="0" i="0">
                <a:solidFill>
                  <a:schemeClr val="tx1"/>
                </a:solidFill>
                <a:latin typeface="+mn-lt"/>
              </a:defRPr>
            </a:lvl3pPr>
            <a:lvl4pPr marL="108000" indent="-10800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300" b="0" i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300" b="0" i="0">
                <a:solidFill>
                  <a:schemeClr val="tx1"/>
                </a:solidFill>
                <a:latin typeface="+mj-lt"/>
              </a:defRPr>
            </a:lvl5pPr>
            <a:lvl6pPr>
              <a:spcBef>
                <a:spcPts val="1000"/>
              </a:spcBef>
              <a:defRPr sz="1300">
                <a:solidFill>
                  <a:schemeClr val="tx1"/>
                </a:solidFill>
                <a:latin typeface="+mn-lt"/>
              </a:defRPr>
            </a:lvl6pPr>
          </a:lstStyle>
          <a:p>
            <a:pPr lvl="0"/>
            <a:r>
              <a:rPr lang="en-GB"/>
              <a:t>First level &lt;Intro text / Heading&gt;</a:t>
            </a:r>
          </a:p>
          <a:p>
            <a:pPr lvl="1"/>
            <a:r>
              <a:rPr lang="en-GB"/>
              <a:t>Second level &lt;Subheading with para before&gt;</a:t>
            </a:r>
          </a:p>
          <a:p>
            <a:pPr lvl="2"/>
            <a:r>
              <a:rPr lang="en-GB"/>
              <a:t>Third level &lt;Text with para after&gt;</a:t>
            </a:r>
          </a:p>
          <a:p>
            <a:pPr lvl="3"/>
            <a:r>
              <a:rPr lang="en-GB"/>
              <a:t>Fourth level &lt;Bullet with para after&gt;</a:t>
            </a:r>
          </a:p>
          <a:p>
            <a:pPr lvl="4"/>
            <a:r>
              <a:rPr lang="en-GB"/>
              <a:t>Fifth level &lt;Subheading with para after&gt;</a:t>
            </a:r>
          </a:p>
          <a:p>
            <a:pPr lvl="5"/>
            <a:r>
              <a:rPr lang="en-GB"/>
              <a:t>Sixth level &lt;Text with para before&gt;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FE80699-B79F-D8FC-5AE6-57B896A6240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283248" y="0"/>
            <a:ext cx="1464252" cy="711200"/>
            <a:chOff x="600074" y="152400"/>
            <a:chExt cx="1241426" cy="603250"/>
          </a:xfrm>
        </p:grpSpPr>
        <p:sp>
          <p:nvSpPr>
            <p:cNvPr id="5" name="Round Same-side Corner of Rectangle 4">
              <a:extLst>
                <a:ext uri="{FF2B5EF4-FFF2-40B4-BE49-F238E27FC236}">
                  <a16:creationId xmlns:a16="http://schemas.microsoft.com/office/drawing/2014/main" id="{B879EE9D-56A7-6F6E-5502-CEBFB04FF8A2}"/>
                </a:ext>
              </a:extLst>
            </p:cNvPr>
            <p:cNvSpPr/>
            <p:nvPr userDrawn="1"/>
          </p:nvSpPr>
          <p:spPr>
            <a:xfrm flipV="1">
              <a:off x="600074" y="152400"/>
              <a:ext cx="1241426" cy="60325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003A6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t" anchorCtr="0">
              <a:noAutofit/>
            </a:bodyPr>
            <a:lstStyle/>
            <a:p>
              <a:pPr marL="0" marR="0" indent="0" algn="ctr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GB" sz="3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j-lt"/>
                <a:ea typeface="+mj-ea"/>
                <a:cs typeface="+mj-cs"/>
                <a:sym typeface="Gotham Bold"/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54B5D84-4A4C-796F-00CD-A1CEA1F938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1841" y="352705"/>
              <a:ext cx="1008000" cy="2685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385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pos="2677" userDrawn="1">
          <p15:clr>
            <a:srgbClr val="FBAE40"/>
          </p15:clr>
        </p15:guide>
        <p15:guide id="5" pos="5003" userDrawn="1">
          <p15:clr>
            <a:srgbClr val="FBAE40"/>
          </p15:clr>
        </p15:guide>
        <p15:guide id="6" pos="2597" userDrawn="1">
          <p15:clr>
            <a:srgbClr val="FBAE40"/>
          </p15:clr>
        </p15:guide>
        <p15:guide id="7" pos="5083" userDrawn="1">
          <p15:clr>
            <a:srgbClr val="FBAE40"/>
          </p15:clr>
        </p15:guide>
      </p15:sldGuideLst>
    </p:ext>
  </p:extLst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32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61.xml"/><Relationship Id="rId3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56.xml"/><Relationship Id="rId34" Type="http://schemas.openxmlformats.org/officeDocument/2006/relationships/slideLayout" Target="../slideLayouts/slideLayout69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8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64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7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66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5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43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7.xml"/><Relationship Id="rId26" Type="http://schemas.openxmlformats.org/officeDocument/2006/relationships/slideLayout" Target="../slideLayouts/slideLayout95.xml"/><Relationship Id="rId3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90.xml"/><Relationship Id="rId34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6.xml"/><Relationship Id="rId25" Type="http://schemas.openxmlformats.org/officeDocument/2006/relationships/slideLayout" Target="../slideLayouts/slideLayout94.xml"/><Relationship Id="rId3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9.xml"/><Relationship Id="rId29" Type="http://schemas.openxmlformats.org/officeDocument/2006/relationships/slideLayout" Target="../slideLayouts/slideLayout98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93.xml"/><Relationship Id="rId32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4.xml"/><Relationship Id="rId23" Type="http://schemas.openxmlformats.org/officeDocument/2006/relationships/slideLayout" Target="../slideLayouts/slideLayout92.xml"/><Relationship Id="rId28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8.xml"/><Relationship Id="rId31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Relationship Id="rId22" Type="http://schemas.openxmlformats.org/officeDocument/2006/relationships/slideLayout" Target="../slideLayouts/slideLayout91.xml"/><Relationship Id="rId27" Type="http://schemas.openxmlformats.org/officeDocument/2006/relationships/slideLayout" Target="../slideLayouts/slideLayout96.xml"/><Relationship Id="rId30" Type="http://schemas.openxmlformats.org/officeDocument/2006/relationships/slideLayout" Target="../slideLayouts/slideLayout99.xml"/><Relationship Id="rId35" Type="http://schemas.openxmlformats.org/officeDocument/2006/relationships/theme" Target="../theme/theme3.xml"/><Relationship Id="rId8" Type="http://schemas.openxmlformats.org/officeDocument/2006/relationships/slideLayout" Target="../slideLayouts/slideLayout77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6.xml"/><Relationship Id="rId18" Type="http://schemas.openxmlformats.org/officeDocument/2006/relationships/slideLayout" Target="../slideLayouts/slideLayout121.xml"/><Relationship Id="rId26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06.xml"/><Relationship Id="rId21" Type="http://schemas.openxmlformats.org/officeDocument/2006/relationships/slideLayout" Target="../slideLayouts/slideLayout124.xml"/><Relationship Id="rId34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10.xml"/><Relationship Id="rId12" Type="http://schemas.openxmlformats.org/officeDocument/2006/relationships/slideLayout" Target="../slideLayouts/slideLayout115.xml"/><Relationship Id="rId17" Type="http://schemas.openxmlformats.org/officeDocument/2006/relationships/slideLayout" Target="../slideLayouts/slideLayout120.xml"/><Relationship Id="rId25" Type="http://schemas.openxmlformats.org/officeDocument/2006/relationships/slideLayout" Target="../slideLayouts/slideLayout128.xml"/><Relationship Id="rId33" Type="http://schemas.openxmlformats.org/officeDocument/2006/relationships/slideLayout" Target="../slideLayouts/slideLayout136.xml"/><Relationship Id="rId2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19.xml"/><Relationship Id="rId20" Type="http://schemas.openxmlformats.org/officeDocument/2006/relationships/slideLayout" Target="../slideLayouts/slideLayout123.xml"/><Relationship Id="rId29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9.xml"/><Relationship Id="rId11" Type="http://schemas.openxmlformats.org/officeDocument/2006/relationships/slideLayout" Target="../slideLayouts/slideLayout114.xml"/><Relationship Id="rId24" Type="http://schemas.openxmlformats.org/officeDocument/2006/relationships/slideLayout" Target="../slideLayouts/slideLayout127.xml"/><Relationship Id="rId32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08.xml"/><Relationship Id="rId15" Type="http://schemas.openxmlformats.org/officeDocument/2006/relationships/slideLayout" Target="../slideLayouts/slideLayout118.xml"/><Relationship Id="rId23" Type="http://schemas.openxmlformats.org/officeDocument/2006/relationships/slideLayout" Target="../slideLayouts/slideLayout126.xml"/><Relationship Id="rId28" Type="http://schemas.openxmlformats.org/officeDocument/2006/relationships/slideLayout" Target="../slideLayouts/slideLayout131.xml"/><Relationship Id="rId10" Type="http://schemas.openxmlformats.org/officeDocument/2006/relationships/slideLayout" Target="../slideLayouts/slideLayout113.xml"/><Relationship Id="rId19" Type="http://schemas.openxmlformats.org/officeDocument/2006/relationships/slideLayout" Target="../slideLayouts/slideLayout122.xml"/><Relationship Id="rId31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07.xml"/><Relationship Id="rId9" Type="http://schemas.openxmlformats.org/officeDocument/2006/relationships/slideLayout" Target="../slideLayouts/slideLayout112.xml"/><Relationship Id="rId14" Type="http://schemas.openxmlformats.org/officeDocument/2006/relationships/slideLayout" Target="../slideLayouts/slideLayout117.xml"/><Relationship Id="rId22" Type="http://schemas.openxmlformats.org/officeDocument/2006/relationships/slideLayout" Target="../slideLayouts/slideLayout125.xml"/><Relationship Id="rId27" Type="http://schemas.openxmlformats.org/officeDocument/2006/relationships/slideLayout" Target="../slideLayouts/slideLayout130.xml"/><Relationship Id="rId30" Type="http://schemas.openxmlformats.org/officeDocument/2006/relationships/slideLayout" Target="../slideLayouts/slideLayout133.xml"/><Relationship Id="rId35" Type="http://schemas.openxmlformats.org/officeDocument/2006/relationships/theme" Target="../theme/theme4.xml"/><Relationship Id="rId8" Type="http://schemas.openxmlformats.org/officeDocument/2006/relationships/slideLayout" Target="../slideLayouts/slideLayout111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50.xml"/><Relationship Id="rId18" Type="http://schemas.openxmlformats.org/officeDocument/2006/relationships/slideLayout" Target="../slideLayouts/slideLayout155.xml"/><Relationship Id="rId26" Type="http://schemas.openxmlformats.org/officeDocument/2006/relationships/slideLayout" Target="../slideLayouts/slideLayout163.xml"/><Relationship Id="rId3" Type="http://schemas.openxmlformats.org/officeDocument/2006/relationships/slideLayout" Target="../slideLayouts/slideLayout140.xml"/><Relationship Id="rId21" Type="http://schemas.openxmlformats.org/officeDocument/2006/relationships/slideLayout" Target="../slideLayouts/slideLayout158.xml"/><Relationship Id="rId34" Type="http://schemas.openxmlformats.org/officeDocument/2006/relationships/slideLayout" Target="../slideLayouts/slideLayout171.xml"/><Relationship Id="rId7" Type="http://schemas.openxmlformats.org/officeDocument/2006/relationships/slideLayout" Target="../slideLayouts/slideLayout144.xml"/><Relationship Id="rId12" Type="http://schemas.openxmlformats.org/officeDocument/2006/relationships/slideLayout" Target="../slideLayouts/slideLayout149.xml"/><Relationship Id="rId17" Type="http://schemas.openxmlformats.org/officeDocument/2006/relationships/slideLayout" Target="../slideLayouts/slideLayout154.xml"/><Relationship Id="rId25" Type="http://schemas.openxmlformats.org/officeDocument/2006/relationships/slideLayout" Target="../slideLayouts/slideLayout162.xml"/><Relationship Id="rId33" Type="http://schemas.openxmlformats.org/officeDocument/2006/relationships/slideLayout" Target="../slideLayouts/slideLayout170.xml"/><Relationship Id="rId2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53.xml"/><Relationship Id="rId20" Type="http://schemas.openxmlformats.org/officeDocument/2006/relationships/slideLayout" Target="../slideLayouts/slideLayout157.xml"/><Relationship Id="rId29" Type="http://schemas.openxmlformats.org/officeDocument/2006/relationships/slideLayout" Target="../slideLayouts/slideLayout166.xml"/><Relationship Id="rId1" Type="http://schemas.openxmlformats.org/officeDocument/2006/relationships/slideLayout" Target="../slideLayouts/slideLayout138.xml"/><Relationship Id="rId6" Type="http://schemas.openxmlformats.org/officeDocument/2006/relationships/slideLayout" Target="../slideLayouts/slideLayout143.xml"/><Relationship Id="rId11" Type="http://schemas.openxmlformats.org/officeDocument/2006/relationships/slideLayout" Target="../slideLayouts/slideLayout148.xml"/><Relationship Id="rId24" Type="http://schemas.openxmlformats.org/officeDocument/2006/relationships/slideLayout" Target="../slideLayouts/slideLayout161.xml"/><Relationship Id="rId32" Type="http://schemas.openxmlformats.org/officeDocument/2006/relationships/slideLayout" Target="../slideLayouts/slideLayout169.xml"/><Relationship Id="rId5" Type="http://schemas.openxmlformats.org/officeDocument/2006/relationships/slideLayout" Target="../slideLayouts/slideLayout142.xml"/><Relationship Id="rId15" Type="http://schemas.openxmlformats.org/officeDocument/2006/relationships/slideLayout" Target="../slideLayouts/slideLayout152.xml"/><Relationship Id="rId23" Type="http://schemas.openxmlformats.org/officeDocument/2006/relationships/slideLayout" Target="../slideLayouts/slideLayout160.xml"/><Relationship Id="rId28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47.xml"/><Relationship Id="rId19" Type="http://schemas.openxmlformats.org/officeDocument/2006/relationships/slideLayout" Target="../slideLayouts/slideLayout156.xml"/><Relationship Id="rId31" Type="http://schemas.openxmlformats.org/officeDocument/2006/relationships/slideLayout" Target="../slideLayouts/slideLayout168.xml"/><Relationship Id="rId4" Type="http://schemas.openxmlformats.org/officeDocument/2006/relationships/slideLayout" Target="../slideLayouts/slideLayout141.xml"/><Relationship Id="rId9" Type="http://schemas.openxmlformats.org/officeDocument/2006/relationships/slideLayout" Target="../slideLayouts/slideLayout146.xml"/><Relationship Id="rId14" Type="http://schemas.openxmlformats.org/officeDocument/2006/relationships/slideLayout" Target="../slideLayouts/slideLayout151.xml"/><Relationship Id="rId22" Type="http://schemas.openxmlformats.org/officeDocument/2006/relationships/slideLayout" Target="../slideLayouts/slideLayout159.xml"/><Relationship Id="rId27" Type="http://schemas.openxmlformats.org/officeDocument/2006/relationships/slideLayout" Target="../slideLayouts/slideLayout164.xml"/><Relationship Id="rId30" Type="http://schemas.openxmlformats.org/officeDocument/2006/relationships/slideLayout" Target="../slideLayouts/slideLayout167.xml"/><Relationship Id="rId35" Type="http://schemas.openxmlformats.org/officeDocument/2006/relationships/theme" Target="../theme/theme5.xml"/><Relationship Id="rId8" Type="http://schemas.openxmlformats.org/officeDocument/2006/relationships/slideLayout" Target="../slideLayouts/slideLayout145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84.xml"/><Relationship Id="rId18" Type="http://schemas.openxmlformats.org/officeDocument/2006/relationships/slideLayout" Target="../slideLayouts/slideLayout189.xml"/><Relationship Id="rId26" Type="http://schemas.openxmlformats.org/officeDocument/2006/relationships/slideLayout" Target="../slideLayouts/slideLayout197.xml"/><Relationship Id="rId3" Type="http://schemas.openxmlformats.org/officeDocument/2006/relationships/slideLayout" Target="../slideLayouts/slideLayout174.xml"/><Relationship Id="rId21" Type="http://schemas.openxmlformats.org/officeDocument/2006/relationships/slideLayout" Target="../slideLayouts/slideLayout192.xml"/><Relationship Id="rId34" Type="http://schemas.openxmlformats.org/officeDocument/2006/relationships/slideLayout" Target="../slideLayouts/slideLayout205.xml"/><Relationship Id="rId7" Type="http://schemas.openxmlformats.org/officeDocument/2006/relationships/slideLayout" Target="../slideLayouts/slideLayout178.xml"/><Relationship Id="rId12" Type="http://schemas.openxmlformats.org/officeDocument/2006/relationships/slideLayout" Target="../slideLayouts/slideLayout183.xml"/><Relationship Id="rId17" Type="http://schemas.openxmlformats.org/officeDocument/2006/relationships/slideLayout" Target="../slideLayouts/slideLayout188.xml"/><Relationship Id="rId25" Type="http://schemas.openxmlformats.org/officeDocument/2006/relationships/slideLayout" Target="../slideLayouts/slideLayout196.xml"/><Relationship Id="rId33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73.xml"/><Relationship Id="rId16" Type="http://schemas.openxmlformats.org/officeDocument/2006/relationships/slideLayout" Target="../slideLayouts/slideLayout187.xml"/><Relationship Id="rId20" Type="http://schemas.openxmlformats.org/officeDocument/2006/relationships/slideLayout" Target="../slideLayouts/slideLayout191.xml"/><Relationship Id="rId29" Type="http://schemas.openxmlformats.org/officeDocument/2006/relationships/slideLayout" Target="../slideLayouts/slideLayout200.xml"/><Relationship Id="rId1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7.xml"/><Relationship Id="rId11" Type="http://schemas.openxmlformats.org/officeDocument/2006/relationships/slideLayout" Target="../slideLayouts/slideLayout182.xml"/><Relationship Id="rId24" Type="http://schemas.openxmlformats.org/officeDocument/2006/relationships/slideLayout" Target="../slideLayouts/slideLayout195.xml"/><Relationship Id="rId32" Type="http://schemas.openxmlformats.org/officeDocument/2006/relationships/slideLayout" Target="../slideLayouts/slideLayout203.xml"/><Relationship Id="rId5" Type="http://schemas.openxmlformats.org/officeDocument/2006/relationships/slideLayout" Target="../slideLayouts/slideLayout176.xml"/><Relationship Id="rId15" Type="http://schemas.openxmlformats.org/officeDocument/2006/relationships/slideLayout" Target="../slideLayouts/slideLayout186.xml"/><Relationship Id="rId23" Type="http://schemas.openxmlformats.org/officeDocument/2006/relationships/slideLayout" Target="../slideLayouts/slideLayout194.xml"/><Relationship Id="rId28" Type="http://schemas.openxmlformats.org/officeDocument/2006/relationships/slideLayout" Target="../slideLayouts/slideLayout199.xml"/><Relationship Id="rId10" Type="http://schemas.openxmlformats.org/officeDocument/2006/relationships/slideLayout" Target="../slideLayouts/slideLayout181.xml"/><Relationship Id="rId19" Type="http://schemas.openxmlformats.org/officeDocument/2006/relationships/slideLayout" Target="../slideLayouts/slideLayout190.xml"/><Relationship Id="rId31" Type="http://schemas.openxmlformats.org/officeDocument/2006/relationships/slideLayout" Target="../slideLayouts/slideLayout202.xml"/><Relationship Id="rId4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80.xml"/><Relationship Id="rId14" Type="http://schemas.openxmlformats.org/officeDocument/2006/relationships/slideLayout" Target="../slideLayouts/slideLayout185.xml"/><Relationship Id="rId22" Type="http://schemas.openxmlformats.org/officeDocument/2006/relationships/slideLayout" Target="../slideLayouts/slideLayout193.xml"/><Relationship Id="rId27" Type="http://schemas.openxmlformats.org/officeDocument/2006/relationships/slideLayout" Target="../slideLayouts/slideLayout198.xml"/><Relationship Id="rId30" Type="http://schemas.openxmlformats.org/officeDocument/2006/relationships/slideLayout" Target="../slideLayouts/slideLayout201.xml"/><Relationship Id="rId35" Type="http://schemas.openxmlformats.org/officeDocument/2006/relationships/theme" Target="../theme/theme6.xml"/><Relationship Id="rId8" Type="http://schemas.openxmlformats.org/officeDocument/2006/relationships/slideLayout" Target="../slideLayouts/slideLayout179.xml"/></Relationships>
</file>

<file path=ppt/slideMasters/_rels/slideMaster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18.xml"/><Relationship Id="rId18" Type="http://schemas.openxmlformats.org/officeDocument/2006/relationships/slideLayout" Target="../slideLayouts/slideLayout223.xml"/><Relationship Id="rId26" Type="http://schemas.openxmlformats.org/officeDocument/2006/relationships/slideLayout" Target="../slideLayouts/slideLayout231.xml"/><Relationship Id="rId3" Type="http://schemas.openxmlformats.org/officeDocument/2006/relationships/slideLayout" Target="../slideLayouts/slideLayout208.xml"/><Relationship Id="rId21" Type="http://schemas.openxmlformats.org/officeDocument/2006/relationships/slideLayout" Target="../slideLayouts/slideLayout226.xml"/><Relationship Id="rId34" Type="http://schemas.openxmlformats.org/officeDocument/2006/relationships/slideLayout" Target="../slideLayouts/slideLayout239.xml"/><Relationship Id="rId7" Type="http://schemas.openxmlformats.org/officeDocument/2006/relationships/slideLayout" Target="../slideLayouts/slideLayout212.xml"/><Relationship Id="rId12" Type="http://schemas.openxmlformats.org/officeDocument/2006/relationships/slideLayout" Target="../slideLayouts/slideLayout217.xml"/><Relationship Id="rId17" Type="http://schemas.openxmlformats.org/officeDocument/2006/relationships/slideLayout" Target="../slideLayouts/slideLayout222.xml"/><Relationship Id="rId25" Type="http://schemas.openxmlformats.org/officeDocument/2006/relationships/slideLayout" Target="../slideLayouts/slideLayout230.xml"/><Relationship Id="rId33" Type="http://schemas.openxmlformats.org/officeDocument/2006/relationships/slideLayout" Target="../slideLayouts/slideLayout238.xml"/><Relationship Id="rId2" Type="http://schemas.openxmlformats.org/officeDocument/2006/relationships/slideLayout" Target="../slideLayouts/slideLayout207.xml"/><Relationship Id="rId16" Type="http://schemas.openxmlformats.org/officeDocument/2006/relationships/slideLayout" Target="../slideLayouts/slideLayout221.xml"/><Relationship Id="rId20" Type="http://schemas.openxmlformats.org/officeDocument/2006/relationships/slideLayout" Target="../slideLayouts/slideLayout225.xml"/><Relationship Id="rId29" Type="http://schemas.openxmlformats.org/officeDocument/2006/relationships/slideLayout" Target="../slideLayouts/slideLayout234.xml"/><Relationship Id="rId1" Type="http://schemas.openxmlformats.org/officeDocument/2006/relationships/slideLayout" Target="../slideLayouts/slideLayout206.xml"/><Relationship Id="rId6" Type="http://schemas.openxmlformats.org/officeDocument/2006/relationships/slideLayout" Target="../slideLayouts/slideLayout211.xml"/><Relationship Id="rId11" Type="http://schemas.openxmlformats.org/officeDocument/2006/relationships/slideLayout" Target="../slideLayouts/slideLayout216.xml"/><Relationship Id="rId24" Type="http://schemas.openxmlformats.org/officeDocument/2006/relationships/slideLayout" Target="../slideLayouts/slideLayout229.xml"/><Relationship Id="rId32" Type="http://schemas.openxmlformats.org/officeDocument/2006/relationships/slideLayout" Target="../slideLayouts/slideLayout237.xml"/><Relationship Id="rId5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20.xml"/><Relationship Id="rId23" Type="http://schemas.openxmlformats.org/officeDocument/2006/relationships/slideLayout" Target="../slideLayouts/slideLayout228.xml"/><Relationship Id="rId28" Type="http://schemas.openxmlformats.org/officeDocument/2006/relationships/slideLayout" Target="../slideLayouts/slideLayout233.xml"/><Relationship Id="rId10" Type="http://schemas.openxmlformats.org/officeDocument/2006/relationships/slideLayout" Target="../slideLayouts/slideLayout215.xml"/><Relationship Id="rId19" Type="http://schemas.openxmlformats.org/officeDocument/2006/relationships/slideLayout" Target="../slideLayouts/slideLayout224.xml"/><Relationship Id="rId31" Type="http://schemas.openxmlformats.org/officeDocument/2006/relationships/slideLayout" Target="../slideLayouts/slideLayout236.xml"/><Relationship Id="rId4" Type="http://schemas.openxmlformats.org/officeDocument/2006/relationships/slideLayout" Target="../slideLayouts/slideLayout209.xml"/><Relationship Id="rId9" Type="http://schemas.openxmlformats.org/officeDocument/2006/relationships/slideLayout" Target="../slideLayouts/slideLayout214.xml"/><Relationship Id="rId14" Type="http://schemas.openxmlformats.org/officeDocument/2006/relationships/slideLayout" Target="../slideLayouts/slideLayout219.xml"/><Relationship Id="rId22" Type="http://schemas.openxmlformats.org/officeDocument/2006/relationships/slideLayout" Target="../slideLayouts/slideLayout227.xml"/><Relationship Id="rId27" Type="http://schemas.openxmlformats.org/officeDocument/2006/relationships/slideLayout" Target="../slideLayouts/slideLayout232.xml"/><Relationship Id="rId30" Type="http://schemas.openxmlformats.org/officeDocument/2006/relationships/slideLayout" Target="../slideLayouts/slideLayout235.xml"/><Relationship Id="rId35" Type="http://schemas.openxmlformats.org/officeDocument/2006/relationships/theme" Target="../theme/theme7.xml"/><Relationship Id="rId8" Type="http://schemas.openxmlformats.org/officeDocument/2006/relationships/slideLayout" Target="../slideLayouts/slideLayout213.xml"/></Relationships>
</file>

<file path=ppt/slideMasters/_rels/slideMaster8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2.xml"/><Relationship Id="rId18" Type="http://schemas.openxmlformats.org/officeDocument/2006/relationships/slideLayout" Target="../slideLayouts/slideLayout257.xml"/><Relationship Id="rId26" Type="http://schemas.openxmlformats.org/officeDocument/2006/relationships/slideLayout" Target="../slideLayouts/slideLayout265.xml"/><Relationship Id="rId3" Type="http://schemas.openxmlformats.org/officeDocument/2006/relationships/slideLayout" Target="../slideLayouts/slideLayout242.xml"/><Relationship Id="rId21" Type="http://schemas.openxmlformats.org/officeDocument/2006/relationships/slideLayout" Target="../slideLayouts/slideLayout260.xml"/><Relationship Id="rId34" Type="http://schemas.openxmlformats.org/officeDocument/2006/relationships/theme" Target="../theme/theme8.xml"/><Relationship Id="rId7" Type="http://schemas.openxmlformats.org/officeDocument/2006/relationships/slideLayout" Target="../slideLayouts/slideLayout246.xml"/><Relationship Id="rId12" Type="http://schemas.openxmlformats.org/officeDocument/2006/relationships/slideLayout" Target="../slideLayouts/slideLayout251.xml"/><Relationship Id="rId17" Type="http://schemas.openxmlformats.org/officeDocument/2006/relationships/slideLayout" Target="../slideLayouts/slideLayout256.xml"/><Relationship Id="rId25" Type="http://schemas.openxmlformats.org/officeDocument/2006/relationships/slideLayout" Target="../slideLayouts/slideLayout264.xml"/><Relationship Id="rId33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41.xml"/><Relationship Id="rId16" Type="http://schemas.openxmlformats.org/officeDocument/2006/relationships/slideLayout" Target="../slideLayouts/slideLayout255.xml"/><Relationship Id="rId20" Type="http://schemas.openxmlformats.org/officeDocument/2006/relationships/slideLayout" Target="../slideLayouts/slideLayout259.xml"/><Relationship Id="rId29" Type="http://schemas.openxmlformats.org/officeDocument/2006/relationships/slideLayout" Target="../slideLayouts/slideLayout268.xml"/><Relationship Id="rId1" Type="http://schemas.openxmlformats.org/officeDocument/2006/relationships/slideLayout" Target="../slideLayouts/slideLayout240.xml"/><Relationship Id="rId6" Type="http://schemas.openxmlformats.org/officeDocument/2006/relationships/slideLayout" Target="../slideLayouts/slideLayout245.xml"/><Relationship Id="rId11" Type="http://schemas.openxmlformats.org/officeDocument/2006/relationships/slideLayout" Target="../slideLayouts/slideLayout250.xml"/><Relationship Id="rId24" Type="http://schemas.openxmlformats.org/officeDocument/2006/relationships/slideLayout" Target="../slideLayouts/slideLayout263.xml"/><Relationship Id="rId32" Type="http://schemas.openxmlformats.org/officeDocument/2006/relationships/slideLayout" Target="../slideLayouts/slideLayout271.xml"/><Relationship Id="rId5" Type="http://schemas.openxmlformats.org/officeDocument/2006/relationships/slideLayout" Target="../slideLayouts/slideLayout244.xml"/><Relationship Id="rId15" Type="http://schemas.openxmlformats.org/officeDocument/2006/relationships/slideLayout" Target="../slideLayouts/slideLayout254.xml"/><Relationship Id="rId23" Type="http://schemas.openxmlformats.org/officeDocument/2006/relationships/slideLayout" Target="../slideLayouts/slideLayout262.xml"/><Relationship Id="rId28" Type="http://schemas.openxmlformats.org/officeDocument/2006/relationships/slideLayout" Target="../slideLayouts/slideLayout267.xml"/><Relationship Id="rId10" Type="http://schemas.openxmlformats.org/officeDocument/2006/relationships/slideLayout" Target="../slideLayouts/slideLayout249.xml"/><Relationship Id="rId19" Type="http://schemas.openxmlformats.org/officeDocument/2006/relationships/slideLayout" Target="../slideLayouts/slideLayout258.xml"/><Relationship Id="rId31" Type="http://schemas.openxmlformats.org/officeDocument/2006/relationships/slideLayout" Target="../slideLayouts/slideLayout270.xml"/><Relationship Id="rId4" Type="http://schemas.openxmlformats.org/officeDocument/2006/relationships/slideLayout" Target="../slideLayouts/slideLayout243.xml"/><Relationship Id="rId9" Type="http://schemas.openxmlformats.org/officeDocument/2006/relationships/slideLayout" Target="../slideLayouts/slideLayout248.xml"/><Relationship Id="rId14" Type="http://schemas.openxmlformats.org/officeDocument/2006/relationships/slideLayout" Target="../slideLayouts/slideLayout253.xml"/><Relationship Id="rId22" Type="http://schemas.openxmlformats.org/officeDocument/2006/relationships/slideLayout" Target="../slideLayouts/slideLayout261.xml"/><Relationship Id="rId27" Type="http://schemas.openxmlformats.org/officeDocument/2006/relationships/slideLayout" Target="../slideLayouts/slideLayout266.xml"/><Relationship Id="rId30" Type="http://schemas.openxmlformats.org/officeDocument/2006/relationships/slideLayout" Target="../slideLayouts/slideLayout269.xml"/><Relationship Id="rId8" Type="http://schemas.openxmlformats.org/officeDocument/2006/relationships/slideLayout" Target="../slideLayouts/slideLayout247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0.xml"/><Relationship Id="rId13" Type="http://schemas.openxmlformats.org/officeDocument/2006/relationships/slideLayout" Target="../slideLayouts/slideLayout285.xml"/><Relationship Id="rId18" Type="http://schemas.openxmlformats.org/officeDocument/2006/relationships/slideLayout" Target="../slideLayouts/slideLayout290.xml"/><Relationship Id="rId3" Type="http://schemas.openxmlformats.org/officeDocument/2006/relationships/slideLayout" Target="../slideLayouts/slideLayout275.xml"/><Relationship Id="rId21" Type="http://schemas.openxmlformats.org/officeDocument/2006/relationships/slideLayout" Target="../slideLayouts/slideLayout293.xml"/><Relationship Id="rId7" Type="http://schemas.openxmlformats.org/officeDocument/2006/relationships/slideLayout" Target="../slideLayouts/slideLayout279.xml"/><Relationship Id="rId12" Type="http://schemas.openxmlformats.org/officeDocument/2006/relationships/slideLayout" Target="../slideLayouts/slideLayout284.xml"/><Relationship Id="rId17" Type="http://schemas.openxmlformats.org/officeDocument/2006/relationships/slideLayout" Target="../slideLayouts/slideLayout289.xml"/><Relationship Id="rId2" Type="http://schemas.openxmlformats.org/officeDocument/2006/relationships/slideLayout" Target="../slideLayouts/slideLayout274.xml"/><Relationship Id="rId16" Type="http://schemas.openxmlformats.org/officeDocument/2006/relationships/slideLayout" Target="../slideLayouts/slideLayout288.xml"/><Relationship Id="rId20" Type="http://schemas.openxmlformats.org/officeDocument/2006/relationships/slideLayout" Target="../slideLayouts/slideLayout292.xml"/><Relationship Id="rId1" Type="http://schemas.openxmlformats.org/officeDocument/2006/relationships/slideLayout" Target="../slideLayouts/slideLayout273.xml"/><Relationship Id="rId6" Type="http://schemas.openxmlformats.org/officeDocument/2006/relationships/slideLayout" Target="../slideLayouts/slideLayout278.xml"/><Relationship Id="rId11" Type="http://schemas.openxmlformats.org/officeDocument/2006/relationships/slideLayout" Target="../slideLayouts/slideLayout283.xml"/><Relationship Id="rId5" Type="http://schemas.openxmlformats.org/officeDocument/2006/relationships/slideLayout" Target="../slideLayouts/slideLayout277.xml"/><Relationship Id="rId15" Type="http://schemas.openxmlformats.org/officeDocument/2006/relationships/slideLayout" Target="../slideLayouts/slideLayout287.xml"/><Relationship Id="rId10" Type="http://schemas.openxmlformats.org/officeDocument/2006/relationships/slideLayout" Target="../slideLayouts/slideLayout282.xml"/><Relationship Id="rId19" Type="http://schemas.openxmlformats.org/officeDocument/2006/relationships/slideLayout" Target="../slideLayouts/slideLayout291.xml"/><Relationship Id="rId4" Type="http://schemas.openxmlformats.org/officeDocument/2006/relationships/slideLayout" Target="../slideLayouts/slideLayout276.xml"/><Relationship Id="rId9" Type="http://schemas.openxmlformats.org/officeDocument/2006/relationships/slideLayout" Target="../slideLayouts/slideLayout281.xml"/><Relationship Id="rId14" Type="http://schemas.openxmlformats.org/officeDocument/2006/relationships/slideLayout" Target="../slideLayouts/slideLayout286.xml"/><Relationship Id="rId22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000">
            <a:alpha val="9504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595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  <p:sldLayoutId id="2147483943" r:id="rId12"/>
    <p:sldLayoutId id="2147483944" r:id="rId13"/>
    <p:sldLayoutId id="2147483945" r:id="rId14"/>
    <p:sldLayoutId id="2147483946" r:id="rId15"/>
    <p:sldLayoutId id="2147483947" r:id="rId16"/>
    <p:sldLayoutId id="2147483948" r:id="rId17"/>
    <p:sldLayoutId id="2147483949" r:id="rId18"/>
    <p:sldLayoutId id="2147483950" r:id="rId19"/>
    <p:sldLayoutId id="2147483951" r:id="rId20"/>
    <p:sldLayoutId id="2147483952" r:id="rId21"/>
    <p:sldLayoutId id="2147483953" r:id="rId22"/>
    <p:sldLayoutId id="2147483966" r:id="rId23"/>
    <p:sldLayoutId id="2147483954" r:id="rId24"/>
    <p:sldLayoutId id="2147483955" r:id="rId25"/>
    <p:sldLayoutId id="2147483956" r:id="rId26"/>
    <p:sldLayoutId id="2147483957" r:id="rId27"/>
    <p:sldLayoutId id="2147483958" r:id="rId28"/>
    <p:sldLayoutId id="2147483959" r:id="rId29"/>
    <p:sldLayoutId id="2147483960" r:id="rId30"/>
    <p:sldLayoutId id="2147483961" r:id="rId31"/>
    <p:sldLayoutId id="2147483962" r:id="rId32"/>
    <p:sldLayoutId id="2147483963" r:id="rId33"/>
    <p:sldLayoutId id="2147483964" r:id="rId34"/>
    <p:sldLayoutId id="2147483965" r:id="rId35"/>
  </p:sldLayoutIdLst>
  <p:transition/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Chubb Publico Roman" panose="020405020605040602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000">
            <a:alpha val="9504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29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9" r:id="rId15"/>
    <p:sldLayoutId id="2147483736" r:id="rId16"/>
    <p:sldLayoutId id="2147483738" r:id="rId17"/>
    <p:sldLayoutId id="2147483737" r:id="rId18"/>
    <p:sldLayoutId id="2147483740" r:id="rId19"/>
    <p:sldLayoutId id="2147483741" r:id="rId20"/>
    <p:sldLayoutId id="2147483746" r:id="rId21"/>
    <p:sldLayoutId id="2147483742" r:id="rId22"/>
    <p:sldLayoutId id="2147483744" r:id="rId23"/>
    <p:sldLayoutId id="2147483743" r:id="rId24"/>
    <p:sldLayoutId id="2147483745" r:id="rId25"/>
    <p:sldLayoutId id="2147483747" r:id="rId26"/>
    <p:sldLayoutId id="2147483748" r:id="rId27"/>
    <p:sldLayoutId id="2147483749" r:id="rId28"/>
    <p:sldLayoutId id="2147483750" r:id="rId29"/>
    <p:sldLayoutId id="2147483751" r:id="rId30"/>
    <p:sldLayoutId id="2147483752" r:id="rId31"/>
    <p:sldLayoutId id="2147483753" r:id="rId32"/>
    <p:sldLayoutId id="2147483754" r:id="rId33"/>
    <p:sldLayoutId id="2147483755" r:id="rId34"/>
  </p:sldLayoutIdLst>
  <p:transition/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Chubb Publico Roman" panose="020405020605040602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000">
            <a:alpha val="9504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788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4" r:id="rId15"/>
    <p:sldLayoutId id="2147483771" r:id="rId16"/>
    <p:sldLayoutId id="2147483773" r:id="rId17"/>
    <p:sldLayoutId id="2147483772" r:id="rId18"/>
    <p:sldLayoutId id="2147483775" r:id="rId19"/>
    <p:sldLayoutId id="2147483776" r:id="rId20"/>
    <p:sldLayoutId id="2147483781" r:id="rId21"/>
    <p:sldLayoutId id="2147483777" r:id="rId22"/>
    <p:sldLayoutId id="2147483779" r:id="rId23"/>
    <p:sldLayoutId id="2147483778" r:id="rId24"/>
    <p:sldLayoutId id="2147483780" r:id="rId25"/>
    <p:sldLayoutId id="2147483782" r:id="rId26"/>
    <p:sldLayoutId id="2147483783" r:id="rId27"/>
    <p:sldLayoutId id="2147483784" r:id="rId28"/>
    <p:sldLayoutId id="2147483785" r:id="rId29"/>
    <p:sldLayoutId id="2147483786" r:id="rId30"/>
    <p:sldLayoutId id="2147483787" r:id="rId31"/>
    <p:sldLayoutId id="2147483788" r:id="rId32"/>
    <p:sldLayoutId id="2147483789" r:id="rId33"/>
    <p:sldLayoutId id="2147483790" r:id="rId34"/>
  </p:sldLayoutIdLst>
  <p:transition/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Chubb Publico Roman" panose="020405020605040602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000">
            <a:alpha val="9504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273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9" r:id="rId15"/>
    <p:sldLayoutId id="2147483806" r:id="rId16"/>
    <p:sldLayoutId id="2147483808" r:id="rId17"/>
    <p:sldLayoutId id="2147483807" r:id="rId18"/>
    <p:sldLayoutId id="2147483810" r:id="rId19"/>
    <p:sldLayoutId id="2147483811" r:id="rId20"/>
    <p:sldLayoutId id="2147483816" r:id="rId21"/>
    <p:sldLayoutId id="2147483812" r:id="rId22"/>
    <p:sldLayoutId id="2147483814" r:id="rId23"/>
    <p:sldLayoutId id="2147483813" r:id="rId24"/>
    <p:sldLayoutId id="2147483815" r:id="rId25"/>
    <p:sldLayoutId id="2147483817" r:id="rId26"/>
    <p:sldLayoutId id="2147483818" r:id="rId27"/>
    <p:sldLayoutId id="2147483819" r:id="rId28"/>
    <p:sldLayoutId id="2147483820" r:id="rId29"/>
    <p:sldLayoutId id="2147483821" r:id="rId30"/>
    <p:sldLayoutId id="2147483822" r:id="rId31"/>
    <p:sldLayoutId id="2147483823" r:id="rId32"/>
    <p:sldLayoutId id="2147483824" r:id="rId33"/>
    <p:sldLayoutId id="2147483825" r:id="rId34"/>
  </p:sldLayoutIdLst>
  <p:transition/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Chubb Publico Roman" panose="020405020605040602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000">
            <a:alpha val="9504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8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9" r:id="rId15"/>
    <p:sldLayoutId id="2147483876" r:id="rId16"/>
    <p:sldLayoutId id="2147483878" r:id="rId17"/>
    <p:sldLayoutId id="2147483877" r:id="rId18"/>
    <p:sldLayoutId id="2147483880" r:id="rId19"/>
    <p:sldLayoutId id="2147483881" r:id="rId20"/>
    <p:sldLayoutId id="2147483886" r:id="rId21"/>
    <p:sldLayoutId id="2147483882" r:id="rId22"/>
    <p:sldLayoutId id="2147483884" r:id="rId23"/>
    <p:sldLayoutId id="2147483883" r:id="rId24"/>
    <p:sldLayoutId id="2147483885" r:id="rId25"/>
    <p:sldLayoutId id="2147483887" r:id="rId26"/>
    <p:sldLayoutId id="2147483888" r:id="rId27"/>
    <p:sldLayoutId id="2147483889" r:id="rId28"/>
    <p:sldLayoutId id="2147483890" r:id="rId29"/>
    <p:sldLayoutId id="2147483891" r:id="rId30"/>
    <p:sldLayoutId id="2147483892" r:id="rId31"/>
    <p:sldLayoutId id="2147483893" r:id="rId32"/>
    <p:sldLayoutId id="2147483894" r:id="rId33"/>
    <p:sldLayoutId id="2147483895" r:id="rId34"/>
  </p:sldLayoutIdLst>
  <p:transition/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Chubb Publico Roman" panose="020405020605040602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000">
            <a:alpha val="9504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19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  <p:sldLayoutId id="2147483908" r:id="rId12"/>
    <p:sldLayoutId id="2147483909" r:id="rId13"/>
    <p:sldLayoutId id="2147483910" r:id="rId14"/>
    <p:sldLayoutId id="2147483914" r:id="rId15"/>
    <p:sldLayoutId id="2147483911" r:id="rId16"/>
    <p:sldLayoutId id="2147483913" r:id="rId17"/>
    <p:sldLayoutId id="2147483912" r:id="rId18"/>
    <p:sldLayoutId id="2147483915" r:id="rId19"/>
    <p:sldLayoutId id="2147483916" r:id="rId20"/>
    <p:sldLayoutId id="2147483921" r:id="rId21"/>
    <p:sldLayoutId id="2147483917" r:id="rId22"/>
    <p:sldLayoutId id="2147483919" r:id="rId23"/>
    <p:sldLayoutId id="2147483918" r:id="rId24"/>
    <p:sldLayoutId id="2147483920" r:id="rId25"/>
    <p:sldLayoutId id="2147483922" r:id="rId26"/>
    <p:sldLayoutId id="2147483923" r:id="rId27"/>
    <p:sldLayoutId id="2147483924" r:id="rId28"/>
    <p:sldLayoutId id="2147483925" r:id="rId29"/>
    <p:sldLayoutId id="2147483926" r:id="rId30"/>
    <p:sldLayoutId id="2147483927" r:id="rId31"/>
    <p:sldLayoutId id="2147483928" r:id="rId32"/>
    <p:sldLayoutId id="2147483929" r:id="rId33"/>
    <p:sldLayoutId id="2147483930" r:id="rId34"/>
  </p:sldLayoutIdLst>
  <p:transition/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Chubb Publico Roman" panose="020405020605040602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9504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027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  <p:sldLayoutId id="2147483978" r:id="rId11"/>
    <p:sldLayoutId id="2147483979" r:id="rId12"/>
    <p:sldLayoutId id="2147483980" r:id="rId13"/>
    <p:sldLayoutId id="2147483981" r:id="rId14"/>
    <p:sldLayoutId id="2147483982" r:id="rId15"/>
    <p:sldLayoutId id="2147483983" r:id="rId16"/>
    <p:sldLayoutId id="2147483984" r:id="rId17"/>
    <p:sldLayoutId id="2147483985" r:id="rId18"/>
    <p:sldLayoutId id="2147483986" r:id="rId19"/>
    <p:sldLayoutId id="2147483987" r:id="rId20"/>
    <p:sldLayoutId id="2147483988" r:id="rId21"/>
    <p:sldLayoutId id="2147483989" r:id="rId22"/>
    <p:sldLayoutId id="2147483990" r:id="rId23"/>
    <p:sldLayoutId id="2147483991" r:id="rId24"/>
    <p:sldLayoutId id="2147483992" r:id="rId25"/>
    <p:sldLayoutId id="2147483993" r:id="rId26"/>
    <p:sldLayoutId id="2147483994" r:id="rId27"/>
    <p:sldLayoutId id="2147483995" r:id="rId28"/>
    <p:sldLayoutId id="2147483996" r:id="rId29"/>
    <p:sldLayoutId id="2147483997" r:id="rId30"/>
    <p:sldLayoutId id="2147483998" r:id="rId31"/>
    <p:sldLayoutId id="2147483999" r:id="rId32"/>
    <p:sldLayoutId id="2147484000" r:id="rId33"/>
    <p:sldLayoutId id="2147484001" r:id="rId34"/>
  </p:sldLayoutIdLst>
  <p:transition spd="slow">
    <p:push dir="r"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Chubb Publico Roman" panose="020405020605040602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9504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014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3" r:id="rId1"/>
    <p:sldLayoutId id="2147484004" r:id="rId2"/>
    <p:sldLayoutId id="2147484005" r:id="rId3"/>
    <p:sldLayoutId id="2147484006" r:id="rId4"/>
    <p:sldLayoutId id="2147484007" r:id="rId5"/>
    <p:sldLayoutId id="2147484008" r:id="rId6"/>
    <p:sldLayoutId id="2147484009" r:id="rId7"/>
    <p:sldLayoutId id="2147484010" r:id="rId8"/>
    <p:sldLayoutId id="2147484011" r:id="rId9"/>
    <p:sldLayoutId id="2147484012" r:id="rId10"/>
    <p:sldLayoutId id="2147484013" r:id="rId11"/>
    <p:sldLayoutId id="2147484014" r:id="rId12"/>
    <p:sldLayoutId id="2147484015" r:id="rId13"/>
    <p:sldLayoutId id="2147484016" r:id="rId14"/>
    <p:sldLayoutId id="2147484017" r:id="rId15"/>
    <p:sldLayoutId id="2147484018" r:id="rId16"/>
    <p:sldLayoutId id="2147484019" r:id="rId17"/>
    <p:sldLayoutId id="2147484020" r:id="rId18"/>
    <p:sldLayoutId id="2147484021" r:id="rId19"/>
    <p:sldLayoutId id="2147484022" r:id="rId20"/>
    <p:sldLayoutId id="2147484023" r:id="rId21"/>
    <p:sldLayoutId id="2147484024" r:id="rId22"/>
    <p:sldLayoutId id="2147484025" r:id="rId23"/>
    <p:sldLayoutId id="2147484026" r:id="rId24"/>
    <p:sldLayoutId id="2147484027" r:id="rId25"/>
    <p:sldLayoutId id="2147484028" r:id="rId26"/>
    <p:sldLayoutId id="2147484029" r:id="rId27"/>
    <p:sldLayoutId id="2147484030" r:id="rId28"/>
    <p:sldLayoutId id="2147484031" r:id="rId29"/>
    <p:sldLayoutId id="2147484032" r:id="rId30"/>
    <p:sldLayoutId id="2147484033" r:id="rId31"/>
    <p:sldLayoutId id="2147484034" r:id="rId32"/>
    <p:sldLayoutId id="2147484035" r:id="rId3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Chubb Publico Roman" panose="020405020605040602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9504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74196739-9A57-4247-8BDD-A8EFDD049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6" y="349201"/>
            <a:ext cx="11300400" cy="5337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0D6DAA6-3236-E24B-987C-F3C60F749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8350" y="6416676"/>
            <a:ext cx="819150" cy="441325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54000" rtlCol="0" anchor="ctr" anchorCtr="1"/>
          <a:lstStyle>
            <a:lvl1pPr algn="r">
              <a:defRPr sz="1100" b="0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fld id="{B66C9657-B579-434D-9EB1-016F2AFF4B4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B5DF28-F7AE-9B4D-947E-07325FA7B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76" y="1386523"/>
            <a:ext cx="11300400" cy="49393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First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A737C8-B034-5841-8439-2AC81A735EBD}"/>
              </a:ext>
            </a:extLst>
          </p:cNvPr>
          <p:cNvSpPr/>
          <p:nvPr userDrawn="1"/>
        </p:nvSpPr>
        <p:spPr>
          <a:xfrm>
            <a:off x="1" y="0"/>
            <a:ext cx="12193200" cy="63500"/>
          </a:xfrm>
          <a:prstGeom prst="rect">
            <a:avLst/>
          </a:prstGeom>
          <a:solidFill>
            <a:srgbClr val="003A6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Gotham Bold"/>
            </a:endParaRPr>
          </a:p>
        </p:txBody>
      </p:sp>
    </p:spTree>
    <p:extLst>
      <p:ext uri="{BB962C8B-B14F-4D97-AF65-F5344CB8AC3E}">
        <p14:creationId xmlns:p14="http://schemas.microsoft.com/office/powerpoint/2010/main" val="4184095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  <p:sldLayoutId id="2147484040" r:id="rId2"/>
    <p:sldLayoutId id="2147484041" r:id="rId3"/>
    <p:sldLayoutId id="2147484042" r:id="rId4"/>
    <p:sldLayoutId id="2147484043" r:id="rId5"/>
    <p:sldLayoutId id="2147484044" r:id="rId6"/>
    <p:sldLayoutId id="2147484045" r:id="rId7"/>
    <p:sldLayoutId id="2147484046" r:id="rId8"/>
    <p:sldLayoutId id="2147484047" r:id="rId9"/>
    <p:sldLayoutId id="2147484048" r:id="rId10"/>
    <p:sldLayoutId id="2147484049" r:id="rId11"/>
    <p:sldLayoutId id="2147484050" r:id="rId12"/>
    <p:sldLayoutId id="2147484051" r:id="rId13"/>
    <p:sldLayoutId id="2147484052" r:id="rId14"/>
    <p:sldLayoutId id="2147484053" r:id="rId15"/>
    <p:sldLayoutId id="2147484054" r:id="rId16"/>
    <p:sldLayoutId id="2147484055" r:id="rId17"/>
    <p:sldLayoutId id="2147484056" r:id="rId18"/>
    <p:sldLayoutId id="2147484057" r:id="rId19"/>
    <p:sldLayoutId id="2147484058" r:id="rId20"/>
    <p:sldLayoutId id="2147484059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marL="0" marR="0" indent="0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80" baseline="0">
          <a:solidFill>
            <a:schemeClr val="tx1"/>
          </a:solidFill>
          <a:uFillTx/>
          <a:latin typeface="Lato Light" panose="020F0302020204030203" pitchFamily="34" charset="77"/>
          <a:ea typeface="+mj-ea"/>
          <a:cs typeface="+mj-cs"/>
          <a:sym typeface="Gotham Bold"/>
        </a:defRPr>
      </a:lvl1pPr>
      <a:lvl2pPr marL="0" marR="0" indent="0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otham Bold"/>
        </a:defRPr>
      </a:lvl2pPr>
      <a:lvl3pPr marL="0" marR="0" indent="0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otham Bold"/>
        </a:defRPr>
      </a:lvl3pPr>
      <a:lvl4pPr marL="0" marR="0" indent="0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otham Bold"/>
        </a:defRPr>
      </a:lvl4pPr>
      <a:lvl5pPr marL="0" marR="0" indent="0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otham Bold"/>
        </a:defRPr>
      </a:lvl5pPr>
      <a:lvl6pPr marL="0" marR="0" indent="0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otham Bold"/>
        </a:defRPr>
      </a:lvl6pPr>
      <a:lvl7pPr marL="0" marR="0" indent="0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otham Bold"/>
        </a:defRPr>
      </a:lvl7pPr>
      <a:lvl8pPr marL="0" marR="0" indent="0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otham Bold"/>
        </a:defRPr>
      </a:lvl8pPr>
      <a:lvl9pPr marL="0" marR="0" indent="0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otham Bold"/>
        </a:defRPr>
      </a:lvl9pPr>
    </p:titleStyle>
    <p:bodyStyle>
      <a:lvl1pPr marL="0" marR="0" indent="0" algn="l" defTabSz="410759" rtl="0" eaLnBrk="1" latinLnBrk="0" hangingPunct="1">
        <a:lnSpc>
          <a:spcPct val="10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Lato Light" panose="020F0302020204030203" pitchFamily="34" charset="77"/>
          <a:ea typeface="+mn-ea"/>
          <a:cs typeface="+mn-cs"/>
          <a:sym typeface="Gotham Light"/>
        </a:defRPr>
      </a:lvl1pPr>
      <a:lvl2pPr marL="0" marR="0" indent="0" algn="l" defTabSz="410759" rtl="0" eaLnBrk="1" latinLnBrk="0" hangingPunct="1">
        <a:lnSpc>
          <a:spcPct val="10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Lato Light" panose="020F0302020204030203" pitchFamily="34" charset="77"/>
          <a:ea typeface="+mn-ea"/>
          <a:cs typeface="+mn-cs"/>
          <a:sym typeface="Gotham Light"/>
        </a:defRPr>
      </a:lvl2pPr>
      <a:lvl3pPr marL="0" marR="0" indent="0" algn="l" defTabSz="410759" rtl="0" eaLnBrk="1" latinLnBrk="0" hangingPunct="1">
        <a:lnSpc>
          <a:spcPct val="10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Lato Light" panose="020F0302020204030203" pitchFamily="34" charset="77"/>
          <a:ea typeface="+mn-ea"/>
          <a:cs typeface="+mn-cs"/>
          <a:sym typeface="Gotham Light"/>
        </a:defRPr>
      </a:lvl3pPr>
      <a:lvl4pPr marL="0" marR="0" indent="0" algn="l" defTabSz="410759" rtl="0" eaLnBrk="1" latinLnBrk="0" hangingPunct="1">
        <a:lnSpc>
          <a:spcPct val="10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Lato Light" panose="020F0302020204030203" pitchFamily="34" charset="77"/>
          <a:ea typeface="+mn-ea"/>
          <a:cs typeface="+mn-cs"/>
          <a:sym typeface="Gotham Light"/>
        </a:defRPr>
      </a:lvl4pPr>
      <a:lvl5pPr marL="0" marR="0" indent="0" algn="l" defTabSz="410759" rtl="0" eaLnBrk="1" latinLnBrk="0" hangingPunct="1">
        <a:lnSpc>
          <a:spcPct val="10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Lato Light" panose="020F0302020204030203" pitchFamily="34" charset="77"/>
          <a:ea typeface="+mn-ea"/>
          <a:cs typeface="+mn-cs"/>
          <a:sym typeface="Gotham Light"/>
        </a:defRPr>
      </a:lvl5pPr>
      <a:lvl6pPr marL="0" marR="0" indent="0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otham Light"/>
        </a:defRPr>
      </a:lvl6pPr>
      <a:lvl7pPr marL="0" marR="0" indent="0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otham Light"/>
        </a:defRPr>
      </a:lvl7pPr>
      <a:lvl8pPr marL="0" marR="0" indent="0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otham Light"/>
        </a:defRPr>
      </a:lvl8pPr>
      <a:lvl9pPr marL="0" marR="0" indent="0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otham Light"/>
        </a:defRPr>
      </a:lvl9pPr>
    </p:bodyStyle>
    <p:otherStyle>
      <a:lvl1pPr marL="0" marR="0" indent="0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9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otham Bold"/>
        </a:defRPr>
      </a:lvl1pPr>
      <a:lvl2pPr marL="0" marR="0" indent="114299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9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otham Bold"/>
        </a:defRPr>
      </a:lvl2pPr>
      <a:lvl3pPr marL="0" marR="0" indent="228596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9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otham Bold"/>
        </a:defRPr>
      </a:lvl3pPr>
      <a:lvl4pPr marL="0" marR="0" indent="342895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9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otham Bold"/>
        </a:defRPr>
      </a:lvl4pPr>
      <a:lvl5pPr marL="0" marR="0" indent="457192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9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otham Bold"/>
        </a:defRPr>
      </a:lvl5pPr>
      <a:lvl6pPr marL="0" marR="0" indent="571491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9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otham Bold"/>
        </a:defRPr>
      </a:lvl6pPr>
      <a:lvl7pPr marL="0" marR="0" indent="685788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9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otham Bold"/>
        </a:defRPr>
      </a:lvl7pPr>
      <a:lvl8pPr marL="0" marR="0" indent="800087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9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otham Bold"/>
        </a:defRPr>
      </a:lvl8pPr>
      <a:lvl9pPr marL="0" marR="0" indent="914384" algn="l" defTabSz="41075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9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otham Bold"/>
        </a:defRPr>
      </a:lvl9pPr>
    </p:otherStyle>
  </p:txStyles>
  <p:extLst>
    <p:ext uri="{27BBF7A9-308A-43DC-89C8-2F10F3537804}">
      <p15:sldGuideLst xmlns:p15="http://schemas.microsoft.com/office/powerpoint/2012/main">
        <p15:guide id="2" pos="281" userDrawn="1">
          <p15:clr>
            <a:srgbClr val="F26B43"/>
          </p15:clr>
        </p15:guide>
        <p15:guide id="3" pos="7401" userDrawn="1">
          <p15:clr>
            <a:srgbClr val="F26B43"/>
          </p15:clr>
        </p15:guide>
        <p15:guide id="4" orient="horz" pos="280" userDrawn="1">
          <p15:clr>
            <a:srgbClr val="F26B43"/>
          </p15:clr>
        </p15:guide>
        <p15:guide id="6" orient="horz" pos="970" userDrawn="1">
          <p15:clr>
            <a:srgbClr val="F26B43"/>
          </p15:clr>
        </p15:guide>
        <p15:guide id="7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F1CD712-18FE-6B5E-A604-EF93560EA6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0372" y="824298"/>
            <a:ext cx="11551255" cy="480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87880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43C51C7-B85A-9743-7873-C9B08CB39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1" y="930604"/>
            <a:ext cx="9322814" cy="465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48901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172C341-54F2-5A2A-44E2-15A20EA73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777" y="733534"/>
            <a:ext cx="8916494" cy="458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8177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48B3141-C28F-D32F-2A06-221FC390B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25" y="421181"/>
            <a:ext cx="10258534" cy="551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16942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4BD9BF9-4CED-B827-08DD-8043C4736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172" y="624052"/>
            <a:ext cx="9562865" cy="493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19972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6BD66D7-9B89-BB0E-FD77-D21C6B8C0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277" y="595231"/>
            <a:ext cx="8868102" cy="494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15870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F832AA0-960E-D285-522A-4324AE1109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861197" y="799230"/>
            <a:ext cx="8840086" cy="490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92319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29FDF16-4481-88E0-568C-F0CA62E33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371" y="817048"/>
            <a:ext cx="8835257" cy="476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60844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8FE9327-F11E-4CB8-5D07-6E5E10D0E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138" y="974398"/>
            <a:ext cx="9343158" cy="466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33492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B7E3965-FBA8-7018-F89D-8A3129BAC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172" y="602155"/>
            <a:ext cx="9476644" cy="489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1285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E28BA56-DCAF-6982-ED81-F798417DC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965" y="713800"/>
            <a:ext cx="9032328" cy="470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60155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2155377-3D9F-8D15-82CA-E64F01FFD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156" y="296995"/>
            <a:ext cx="9349827" cy="525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31768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5BA6A6-3898-9238-DA35-BD9F7B3BB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155" y="567370"/>
            <a:ext cx="9316983" cy="523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4148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CB02DED-6A9D-E2A0-8699-B17827A55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87" y="284655"/>
            <a:ext cx="10309826" cy="579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461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7B9E01A-FC7A-F519-C4D9-9E7E25006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467" y="448879"/>
            <a:ext cx="9525065" cy="535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9272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5.14.0.611"/>
  <p:tag name="AS_RELEASE_DATE" val="2025.07.31"/>
  <p:tag name="AS_TITLE" val="Aspose.Slides for Java"/>
  <p:tag name="AS_VERSION" val="25.7"/>
</p:tagLst>
</file>

<file path=ppt/theme/theme1.xml><?xml version="1.0" encoding="utf-8"?>
<a:theme xmlns:a="http://schemas.openxmlformats.org/drawingml/2006/main" name="Combined Te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Lato"/>
        <a:ea typeface="Lato"/>
        <a:cs typeface="Arial"/>
      </a:majorFont>
      <a:minorFont>
        <a:latin typeface="Lato"/>
        <a:ea typeface="Lato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ales theme 2026 PPT" id="{505CDC30-8EB7-2C4B-9BD7-269382C88159}" vid="{B5DA47CB-73F9-3C41-A99F-35DA1127FBA4}"/>
    </a:ext>
  </a:extLst>
</a:theme>
</file>

<file path=ppt/theme/theme2.xml><?xml version="1.0" encoding="utf-8"?>
<a:theme xmlns:a="http://schemas.openxmlformats.org/drawingml/2006/main" name="Combined Blu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Lato"/>
        <a:ea typeface="Lato"/>
        <a:cs typeface="Arial"/>
      </a:majorFont>
      <a:minorFont>
        <a:latin typeface="Lato"/>
        <a:ea typeface="Lato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ales theme 2026 PPT" id="{505CDC30-8EB7-2C4B-9BD7-269382C88159}" vid="{B5DA47CB-73F9-3C41-A99F-35DA1127FBA4}"/>
    </a:ext>
  </a:extLst>
</a:theme>
</file>

<file path=ppt/theme/theme3.xml><?xml version="1.0" encoding="utf-8"?>
<a:theme xmlns:a="http://schemas.openxmlformats.org/drawingml/2006/main" name="Combined Purpl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Lato"/>
        <a:ea typeface="Lato"/>
        <a:cs typeface="Arial"/>
      </a:majorFont>
      <a:minorFont>
        <a:latin typeface="Lato"/>
        <a:ea typeface="Lato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ales theme 2026 PPT" id="{505CDC30-8EB7-2C4B-9BD7-269382C88159}" vid="{B5DA47CB-73F9-3C41-A99F-35DA1127FBA4}"/>
    </a:ext>
  </a:extLst>
</a:theme>
</file>

<file path=ppt/theme/theme4.xml><?xml version="1.0" encoding="utf-8"?>
<a:theme xmlns:a="http://schemas.openxmlformats.org/drawingml/2006/main" name="Combined Pi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Lato"/>
        <a:ea typeface="Lato"/>
        <a:cs typeface="Arial"/>
      </a:majorFont>
      <a:minorFont>
        <a:latin typeface="Lato"/>
        <a:ea typeface="Lato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ales theme 2026 PPT" id="{505CDC30-8EB7-2C4B-9BD7-269382C88159}" vid="{B5DA47CB-73F9-3C41-A99F-35DA1127FBA4}"/>
    </a:ext>
  </a:extLst>
</a:theme>
</file>

<file path=ppt/theme/theme5.xml><?xml version="1.0" encoding="utf-8"?>
<a:theme xmlns:a="http://schemas.openxmlformats.org/drawingml/2006/main" name="Combined Yellow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Lato"/>
        <a:ea typeface="Lato"/>
        <a:cs typeface="Arial"/>
      </a:majorFont>
      <a:minorFont>
        <a:latin typeface="Lato"/>
        <a:ea typeface="Lato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ales theme 2026 PPT" id="{505CDC30-8EB7-2C4B-9BD7-269382C88159}" vid="{B5DA47CB-73F9-3C41-A99F-35DA1127FBA4}"/>
    </a:ext>
  </a:extLst>
</a:theme>
</file>

<file path=ppt/theme/theme6.xml><?xml version="1.0" encoding="utf-8"?>
<a:theme xmlns:a="http://schemas.openxmlformats.org/drawingml/2006/main" name="Combined Gree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Lato"/>
        <a:ea typeface="Lato"/>
        <a:cs typeface="Arial"/>
      </a:majorFont>
      <a:minorFont>
        <a:latin typeface="Lato"/>
        <a:ea typeface="Lato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ales theme 2026 PPT" id="{505CDC30-8EB7-2C4B-9BD7-269382C88159}" vid="{B5DA47CB-73F9-3C41-A99F-35DA1127FBA4}"/>
    </a:ext>
  </a:extLst>
</a:theme>
</file>

<file path=ppt/theme/theme7.xml><?xml version="1.0" encoding="utf-8"?>
<a:theme xmlns:a="http://schemas.openxmlformats.org/drawingml/2006/main" name="1_Combined Blu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Lato"/>
        <a:ea typeface="Lato"/>
        <a:cs typeface="Arial"/>
      </a:majorFont>
      <a:minorFont>
        <a:latin typeface="Lato"/>
        <a:ea typeface="Lato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ales theme 2026 PPT" id="{505CDC30-8EB7-2C4B-9BD7-269382C88159}" vid="{B5DA47CB-73F9-3C41-A99F-35DA1127FBA4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ales theme 2026 PPT" id="{505CDC30-8EB7-2C4B-9BD7-269382C88159}" vid="{B5DA47CB-73F9-3C41-A99F-35DA1127FBA4}"/>
    </a:ext>
  </a:extLst>
</a:theme>
</file>

<file path=ppt/theme/theme9.xml><?xml version="1.0" encoding="utf-8"?>
<a:theme xmlns:a="http://schemas.openxmlformats.org/drawingml/2006/main" name="White">
  <a:themeElements>
    <a:clrScheme name="Custom 35">
      <a:dk1>
        <a:srgbClr val="003A63"/>
      </a:dk1>
      <a:lt1>
        <a:srgbClr val="FFFFFF"/>
      </a:lt1>
      <a:dk2>
        <a:srgbClr val="FFD100"/>
      </a:dk2>
      <a:lt2>
        <a:srgbClr val="E82011"/>
      </a:lt2>
      <a:accent1>
        <a:srgbClr val="00B8B8"/>
      </a:accent1>
      <a:accent2>
        <a:srgbClr val="5F6EBD"/>
      </a:accent2>
      <a:accent3>
        <a:srgbClr val="C3CF20"/>
      </a:accent3>
      <a:accent4>
        <a:srgbClr val="E50595"/>
      </a:accent4>
      <a:accent5>
        <a:srgbClr val="FFA11D"/>
      </a:accent5>
      <a:accent6>
        <a:srgbClr val="4DB847"/>
      </a:accent6>
      <a:hlink>
        <a:srgbClr val="003A62"/>
      </a:hlink>
      <a:folHlink>
        <a:srgbClr val="003A62"/>
      </a:folHlink>
    </a:clrScheme>
    <a:fontScheme name="Lato">
      <a:majorFont>
        <a:latin typeface="Lato Bold"/>
        <a:ea typeface=""/>
        <a:cs typeface=""/>
      </a:majorFont>
      <a:minorFont>
        <a:latin typeface="Lato Light"/>
        <a:ea typeface=""/>
        <a:cs typeface="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t" anchorCtr="0">
        <a:no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Gotham Bold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tx1"/>
          </a:solidFill>
          <a:prstDash val="solid"/>
          <a:miter lim="400000"/>
        </a:ln>
        <a:effectLst/>
        <a:sp3d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71437" tIns="71437" rIns="71437" bIns="71437" numCol="1" spcCol="38100" rtlCol="0" anchor="ctr">
        <a:spAutoFit/>
      </a:bodyPr>
      <a:lstStyle>
        <a:defPPr algn="l" defTabSz="821531">
          <a:defRPr sz="1000" dirty="0">
            <a:solidFill>
              <a:schemeClr val="tx1"/>
            </a:solidFill>
            <a:latin typeface="+mj-lt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4669E764-F8F3-4357-9C5F-521A635895A3}" vid="{2CF029C9-E251-4C4F-AF0C-0C84AA78CF6E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58CC21F34DBE4A99C1A27861FFCEE2" ma:contentTypeVersion="8" ma:contentTypeDescription="Create a new document." ma:contentTypeScope="" ma:versionID="6fd3c8ebc271ad7c9fb571a6ceeb8bea">
  <xsd:schema xmlns:xsd="http://www.w3.org/2001/XMLSchema" xmlns:xs="http://www.w3.org/2001/XMLSchema" xmlns:p="http://schemas.microsoft.com/office/2006/metadata/properties" xmlns:ns2="40766921-6f84-467a-8403-ac79dab8dab3" xmlns:ns3="a88d6d62-4a19-4d2d-9b68-c1d5af5cdf64" targetNamespace="http://schemas.microsoft.com/office/2006/metadata/properties" ma:root="true" ma:fieldsID="b9d98f2d72e530b7884071b070d9b13d" ns2:_="" ns3:_="">
    <xsd:import namespace="40766921-6f84-467a-8403-ac79dab8dab3"/>
    <xsd:import namespace="a88d6d62-4a19-4d2d-9b68-c1d5af5cdf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766921-6f84-467a-8403-ac79dab8da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8d6d62-4a19-4d2d-9b68-c1d5af5cdf6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685497E-5707-4176-8F6D-FC57884E480A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0766921-6f84-467a-8403-ac79dab8dab3"/>
    <ds:schemaRef ds:uri="a88d6d62-4a19-4d2d-9b68-c1d5af5cdf64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79CE87-8AAE-4A24-AA4F-4AA9E8C591E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E2C293-0B2A-4F46-BABD-9622EE0967FF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1c11b088-3f42-44d0-a854-e5bf7348cf6a}" enabled="1" method="Privileged" siteId="{fffcdc91-d561-4287-aebc-78d2466eec2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9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Combined Teal</vt:lpstr>
      <vt:lpstr>Combined Blue</vt:lpstr>
      <vt:lpstr>Combined Purple</vt:lpstr>
      <vt:lpstr>Combined Pink</vt:lpstr>
      <vt:lpstr>Combined Yellow</vt:lpstr>
      <vt:lpstr>Combined Green</vt:lpstr>
      <vt:lpstr>1_Combined Blue</vt:lpstr>
      <vt:lpstr>Office Theme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Eve Entwisle</dc:creator>
  <cp:lastModifiedBy>Mobile User</cp:lastModifiedBy>
  <cp:revision>10</cp:revision>
  <dcterms:created xsi:type="dcterms:W3CDTF">2025-11-20T12:29:48Z</dcterms:created>
  <dcterms:modified xsi:type="dcterms:W3CDTF">2026-08-04T13:27:58Z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0x010100A158CC21F34DBE4A99C1A27861FFCEE2</vt:lpwstr>
  </property>
  <property fmtid="{D5CDD505-2E9C-101B-9397-08002B2CF9AE}" pid="3" name="MediaServiceImageTags">
    <vt:lpwstr/>
  </property>
  <property fmtid="{D5CDD505-2E9C-101B-9397-08002B2CF9AE}" pid="4" name="MSIP_Label_1c11b088-3f42-44d0-a854-e5bf7348cf6a_ActionId">
    <vt:lpwstr>38e0d55e-6b52-4ad2-8322-4ae2b95d0f09</vt:lpwstr>
  </property>
  <property fmtid="{D5CDD505-2E9C-101B-9397-08002B2CF9AE}" pid="5" name="MSIP_Label_1c11b088-3f42-44d0-a854-e5bf7348cf6a_ContentBits">
    <vt:lpwstr>0</vt:lpwstr>
  </property>
  <property fmtid="{D5CDD505-2E9C-101B-9397-08002B2CF9AE}" pid="6" name="MSIP_Label_1c11b088-3f42-44d0-a854-e5bf7348cf6a_Enabled">
    <vt:lpwstr>true</vt:lpwstr>
  </property>
  <property fmtid="{D5CDD505-2E9C-101B-9397-08002B2CF9AE}" pid="7" name="MSIP_Label_1c11b088-3f42-44d0-a854-e5bf7348cf6a_Method">
    <vt:lpwstr>Privileged</vt:lpwstr>
  </property>
  <property fmtid="{D5CDD505-2E9C-101B-9397-08002B2CF9AE}" pid="8" name="MSIP_Label_1c11b088-3f42-44d0-a854-e5bf7348cf6a_Name">
    <vt:lpwstr>Yellow Data - NA</vt:lpwstr>
  </property>
  <property fmtid="{D5CDD505-2E9C-101B-9397-08002B2CF9AE}" pid="9" name="MSIP_Label_1c11b088-3f42-44d0-a854-e5bf7348cf6a_SetDate">
    <vt:lpwstr>2025-12-02T20:21:59Z</vt:lpwstr>
  </property>
  <property fmtid="{D5CDD505-2E9C-101B-9397-08002B2CF9AE}" pid="10" name="MSIP_Label_1c11b088-3f42-44d0-a854-e5bf7348cf6a_SiteId">
    <vt:lpwstr>fffcdc91-d561-4287-aebc-78d2466eec29</vt:lpwstr>
  </property>
  <property fmtid="{D5CDD505-2E9C-101B-9397-08002B2CF9AE}" pid="11" name="MSIP_Label_1c11b088-3f42-44d0-a854-e5bf7348cf6a_Tag">
    <vt:lpwstr>50, 0, 1, 1</vt:lpwstr>
  </property>
</Properties>
</file>